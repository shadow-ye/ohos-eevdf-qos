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3db770675dc4408" /><Relationship Type="http://schemas.openxmlformats.org/officeDocument/2006/relationships/extended-properties" Target="/docProps/app.xml" Id="Rb6d5f9a3e2c54a7a" /><Relationship Type="http://schemas.openxmlformats.org/officeDocument/2006/relationships/officeDocument" Target="/ppt/presentation.xml" Id="R4e557addb3ba4f06" /></Relationships>
</file>

<file path=ppt/presentation.xml><?xml version="1.0" encoding="utf-8"?>
<p:presentation xmlns:p="http://schemas.openxmlformats.org/presentationml/2006/main" firstSlideNum="1">
  <p:sldMasterIdLst>
    <p:sldMasterId xmlns:r="http://schemas.openxmlformats.org/officeDocument/2006/relationships" id="2147483648" r:id="R4fd5a1b1ebdc443f"/>
  </p:sldMasterIdLst>
  <p:notesMasterIdLst>
    <p:notesMasterId xmlns:r="http://schemas.openxmlformats.org/officeDocument/2006/relationships" r:id="R2a9d61d6cecc4da5"/>
  </p:notesMasterIdLst>
  <p:sldIdLst>
    <p:sldId xmlns:r="http://schemas.openxmlformats.org/officeDocument/2006/relationships" id="256" r:id="Ree1ca88bb7ff4795"/>
    <p:sldId xmlns:r="http://schemas.openxmlformats.org/officeDocument/2006/relationships" id="257" r:id="R0144bcf0f2464c0c"/>
    <p:sldId xmlns:r="http://schemas.openxmlformats.org/officeDocument/2006/relationships" id="258" r:id="Rb16a571137504767"/>
    <p:sldId xmlns:r="http://schemas.openxmlformats.org/officeDocument/2006/relationships" id="259" r:id="R783582cee81e40db"/>
    <p:sldId xmlns:r="http://schemas.openxmlformats.org/officeDocument/2006/relationships" id="260" r:id="R94dc164cf7004b51"/>
    <p:sldId xmlns:r="http://schemas.openxmlformats.org/officeDocument/2006/relationships" id="261" r:id="R6f140cc5db9f4dd2"/>
    <p:sldId xmlns:r="http://schemas.openxmlformats.org/officeDocument/2006/relationships" id="262" r:id="Rd67c7d35cb334ae9"/>
    <p:sldId xmlns:r="http://schemas.openxmlformats.org/officeDocument/2006/relationships" id="263" r:id="R3dcaf368b49344b3"/>
    <p:sldId xmlns:r="http://schemas.openxmlformats.org/officeDocument/2006/relationships" id="264" r:id="Rca031234a689421c"/>
    <p:sldId xmlns:r="http://schemas.openxmlformats.org/officeDocument/2006/relationships" id="265" r:id="Rc6327ffabc524201"/>
    <p:sldId xmlns:r="http://schemas.openxmlformats.org/officeDocument/2006/relationships" id="266" r:id="Rc5fe7bb265344ab4"/>
    <p:sldId xmlns:r="http://schemas.openxmlformats.org/officeDocument/2006/relationships" id="267" r:id="R9bd69ce3328a4e61"/>
    <p:sldId xmlns:r="http://schemas.openxmlformats.org/officeDocument/2006/relationships" id="268" r:id="Rb63c4f509aba4633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e2eb3efee864c12" /><Relationship Type="http://schemas.openxmlformats.org/officeDocument/2006/relationships/slideMaster" Target="/ppt/slideMasters/slideMaster1.xml" Id="R4fd5a1b1ebdc443f" /><Relationship Type="http://schemas.openxmlformats.org/officeDocument/2006/relationships/notesMaster" Target="/ppt/notesMasters/notesMaster1.xml" Id="R2a9d61d6cecc4da5" /><Relationship Type="http://schemas.openxmlformats.org/officeDocument/2006/relationships/presProps" Target="/ppt/presProps.xml" Id="Ra601d5d63ad64ac0" /><Relationship Type="http://schemas.openxmlformats.org/officeDocument/2006/relationships/viewProps" Target="/ppt/viewProps.xml" Id="R93f2aef9fefb439b" /><Relationship Type="http://schemas.openxmlformats.org/officeDocument/2006/relationships/tableStyles" Target="/ppt/tableStyles.xml" Id="Rfd81e4b4ce0d43c2" /><Relationship Type="http://schemas.openxmlformats.org/officeDocument/2006/relationships/slide" Target="/ppt/slides/slide1.xml" Id="Ree1ca88bb7ff4795" /><Relationship Type="http://schemas.openxmlformats.org/officeDocument/2006/relationships/slide" Target="/ppt/slides/slide2.xml" Id="R0144bcf0f2464c0c" /><Relationship Type="http://schemas.openxmlformats.org/officeDocument/2006/relationships/slide" Target="/ppt/slides/slide3.xml" Id="Rb16a571137504767" /><Relationship Type="http://schemas.openxmlformats.org/officeDocument/2006/relationships/slide" Target="/ppt/slides/slide4.xml" Id="R783582cee81e40db" /><Relationship Type="http://schemas.openxmlformats.org/officeDocument/2006/relationships/slide" Target="/ppt/slides/slide5.xml" Id="R94dc164cf7004b51" /><Relationship Type="http://schemas.openxmlformats.org/officeDocument/2006/relationships/slide" Target="/ppt/slides/slide6.xml" Id="R6f140cc5db9f4dd2" /><Relationship Type="http://schemas.openxmlformats.org/officeDocument/2006/relationships/slide" Target="/ppt/slides/slide7.xml" Id="Rd67c7d35cb334ae9" /><Relationship Type="http://schemas.openxmlformats.org/officeDocument/2006/relationships/slide" Target="/ppt/slides/slide8.xml" Id="R3dcaf368b49344b3" /><Relationship Type="http://schemas.openxmlformats.org/officeDocument/2006/relationships/slide" Target="/ppt/slides/slide9.xml" Id="Rca031234a689421c" /><Relationship Type="http://schemas.openxmlformats.org/officeDocument/2006/relationships/slide" Target="/ppt/slides/slide10.xml" Id="Rc6327ffabc524201" /><Relationship Type="http://schemas.openxmlformats.org/officeDocument/2006/relationships/slide" Target="/ppt/slides/slide11.xml" Id="Rc5fe7bb265344ab4" /><Relationship Type="http://schemas.openxmlformats.org/officeDocument/2006/relationships/slide" Target="/ppt/slides/slide12.xml" Id="R9bd69ce3328a4e61" /><Relationship Type="http://schemas.openxmlformats.org/officeDocument/2006/relationships/slide" Target="/ppt/slides/slide13.xml" Id="Rb63c4f509aba463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f9f913fe34b45e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1_自定义设计方案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宋体"/>
        <a:cs typeface=""/>
      </a:majorFont>
      <a:minorFont>
        <a:latin typeface="Calibri"/>
        <a:ea typeface="宋体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3bf64ccb3d44f58" /><Relationship Type="http://schemas.openxmlformats.org/officeDocument/2006/relationships/notesMaster" Target="/ppt/notesMasters/notesMaster1.xml" Id="Rf3b49e0621da416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33d7a873f604bf0" /><Relationship Type="http://schemas.openxmlformats.org/officeDocument/2006/relationships/notesMaster" Target="/ppt/notesMasters/notesMaster1.xml" Id="R2c5dbaeb552a413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01bbf21cc484216" /><Relationship Type="http://schemas.openxmlformats.org/officeDocument/2006/relationships/notesMaster" Target="/ppt/notesMasters/notesMaster1.xml" Id="Rfae3648aae27426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5ae2d34e6e44a10" /><Relationship Type="http://schemas.openxmlformats.org/officeDocument/2006/relationships/notesMaster" Target="/ppt/notesMasters/notesMaster1.xml" Id="Rb69f1f0ad8a444a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06a4869684b4e93" /><Relationship Type="http://schemas.openxmlformats.org/officeDocument/2006/relationships/notesMaster" Target="/ppt/notesMasters/notesMaster1.xml" Id="R39af55291017423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cf9ae621ee0464f" /><Relationship Type="http://schemas.openxmlformats.org/officeDocument/2006/relationships/notesMaster" Target="/ppt/notesMasters/notesMaster1.xml" Id="Rd82b942d98b147a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45173a83c01429e" /><Relationship Type="http://schemas.openxmlformats.org/officeDocument/2006/relationships/notesMaster" Target="/ppt/notesMasters/notesMaster1.xml" Id="R1f8b340962d6424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5490270f8b94bb9" /><Relationship Type="http://schemas.openxmlformats.org/officeDocument/2006/relationships/notesMaster" Target="/ppt/notesMasters/notesMaster1.xml" Id="R34447ae3136448f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ad40b4ed0324dd0" /><Relationship Type="http://schemas.openxmlformats.org/officeDocument/2006/relationships/notesMaster" Target="/ppt/notesMasters/notesMaster1.xml" Id="Ra39745d547de4d8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20038f702304f6d" /><Relationship Type="http://schemas.openxmlformats.org/officeDocument/2006/relationships/notesMaster" Target="/ppt/notesMasters/notesMaster1.xml" Id="Rdf72f7a9326f430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37c9ce8d9694ade" /><Relationship Type="http://schemas.openxmlformats.org/officeDocument/2006/relationships/notesMaster" Target="/ppt/notesMasters/notesMaster1.xml" Id="Rf8d1acccbe8648e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ae10199fbdc43c5" /><Relationship Type="http://schemas.openxmlformats.org/officeDocument/2006/relationships/notesMaster" Target="/ppt/notesMasters/notesMaster1.xml" Id="Rf5c657eb292e4af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e89e1520a954c1c" /><Relationship Type="http://schemas.openxmlformats.org/officeDocument/2006/relationships/notesMaster" Target="/ppt/notesMasters/notesMaster1.xml" Id="R981950611c55439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作品名称与仓库一致；团队信息来自已报名记录。赛事与模板来源见提交说明。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来源：docs/competition/开发设计文档.md 第1至2节；repo/kernel/linux/linux-5.10/。Linux 5.10 是目标平台，6.6 是算法参考。没有实现内存碎片优化，也没有验证微内核。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来源：repo/kernel/linux/linux-5.10/kernel/sched/fair.c 中 avg_vruntime、entity_eligible、pick_eevdf、update_deadline。这里用等权重的直观表述；实际虚拟时间换算还依赖 nice 权重。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来源：repo/kernel/linux/linux-5.10/kernel/sched/fair.c qos_to_slice。等级6是关键后台，按已有策略与default采用相同slice。开关为/proc/sys/kernel/sched_qos_slice，关闭后仍为EEVDF。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来源：内核分析/09-EEVDF审查交接.md；repo/中的sched.h、fair.c、core.c、rbtree_augmented.h、features.h；源码来源哈希见evidence/source-provenance.json。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来源：docs/competition/evidence/2026-10-30-qos/eevdf-qos.log。镜像#15，2026-10-30复跑。AVG为60秒客户机扫描。历史反证内核#9只见9月28日文档，本次未重建或重跑反证镜像。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来源：docs/competition/evidence/2026-10-30-qos/eevdf-qos.log。pick_next_entity计数不是上下文切换计数。所有任务nice相同，两个阶段各400ms，CPU0。HZ250且HRTICK默认关闭。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来源：docs/competition/evidence/summary.json 和6次compare日志。每场景每次300样本，图为三次启动各自p99的中位数，单位ms。TCG客户机时钟，独立CPU3。CFS的qos行不消费in_qos字段。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来源：内核分析/10-CFS与EEVDF对比结果.md第3节，fair.c的place_entity、check_preempt_wakeup、update_deadline。本页为代码路径和实验现象支持的原因分析，尚无逐事件trace证实完整因果。历史关闭RUN_TO_PARITY实验未消除退化。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来源：README.md、docs/competition/复现指南.md、scripts/run_bench.py、evidence/images.json和source-provenance.json。Linux补丁已在提取的精确基线文件上检查并应用，逐字节重建全部9个Linux快照文件。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来源：docs/competition/开发设计文档.md第7节、实验结果.md。DELAY_DEQUEUE和HRTICK调优是后续方向，未作为本版已实现成果。SMP迁移、实机和应用QoS完整链路均未验证。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感谢评审。机制适配与验证已经完成，当前性能退化及未验证范围均已披露。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45c662d3374352" /><Relationship Type="http://schemas.openxmlformats.org/officeDocument/2006/relationships/image" Target="/ppt/media/image.png" Id="R2971f9c10d2d42d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15d4744b6d4a50" /><Relationship Type="http://schemas.openxmlformats.org/officeDocument/2006/relationships/image" Target="/ppt/media/image2.png" Id="Rd1411550500247ab" /><Relationship Type="http://schemas.openxmlformats.org/officeDocument/2006/relationships/image" Target="/ppt/media/image3.png" Id="R132be94c71e04f17" /><Relationship Type="http://schemas.openxmlformats.org/officeDocument/2006/relationships/image" Target="/ppt/media/image4.png" Id="R5552cb345960401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862f4cd2fc4c8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9761b9f996492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4fdeeb08664c7a" /><Relationship Type="http://schemas.openxmlformats.org/officeDocument/2006/relationships/image" Target="/ppt/media/image5.png" Id="Rcb0ac51a2c33468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049a750adb4608" /><Relationship Type="http://schemas.openxmlformats.org/officeDocument/2006/relationships/image" Target="/ppt/media/image6.png" Id="R9292d0b9edcb417b" /><Relationship Type="http://schemas.openxmlformats.org/officeDocument/2006/relationships/image" Target="/ppt/media/image5.png" Id="Rf1c8d1132ec2475b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6a555eb41f43bd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cb25a29f104051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0f255e67eb4482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6c4f5e787e4a6e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e67265e3e64a36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e431b422af4902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c37cc8947f46c0" /></Relationships>
</file>

<file path=ppt/slideLayouts/slideLayout1.xml><?xml version="1.0" encoding="utf-8"?>
<p:sldLayout xmlns:p="http://schemas.openxmlformats.org/presentationml/2006/main" type="title">
  <p:cSld name="标题幻灯片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FDFD7019-7865-474A-AFF5-B5F14AE1EA1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49AE70B2-8BF9-45C0-BB95-33D1B9D3A854}" type="slidenum">
              <a:t>‹#›</a:t>
            </a:fld>
            <a:endParaRPr/>
          </a:p>
        </p:txBody>
      </p:sp>
      <p:pic>
        <p:nvPicPr>
          <p:cNvPr id="3" name="图片 7">
            <a:extLst xmlns:a="http://schemas.openxmlformats.org/drawingml/2006/main">
              <a:ext uri="{FF2B5EF4-FFF2-40B4-BE49-F238E27FC236}">
                <a16:creationId xmlns:a16="http://schemas.microsoft.com/office/drawing/2014/main" id="{9B2046A9-62AB-4378-B20F-8B6091977CD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71f9c10d2d42d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3710" y="304165"/>
            <a:ext cx="3564890" cy="1234440"/>
          </a:xfrm>
          <a:prstGeom xmlns:a="http://schemas.openxmlformats.org/drawingml/2006/main" prst="rect">
            <a:avLst/>
          </a:prstGeom>
        </p:spPr>
      </p:pic>
      <p:sp>
        <p:nvSpPr>
          <p:cNvPr id="5" name="文本框 14">
            <a:extLst xmlns:a="http://schemas.openxmlformats.org/drawingml/2006/main">
              <a:ext uri="{FF2B5EF4-FFF2-40B4-BE49-F238E27FC236}">
                <a16:creationId xmlns:a16="http://schemas.microsoft.com/office/drawing/2014/main" id="{A94293E8-1B25-4C45-9200-85218F991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906635" y="6367145"/>
            <a:ext cx="2199640" cy="3448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algn="l" defTabSz="914400">
              <a:lnSpc>
                <a:spcPct val="130000"/>
              </a:lnSpc>
              <a:buNone/>
            </a:pPr>
            <a:r>
              <a:rPr sz="140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智能终端操作系统根社区</a:t>
            </a:r>
            <a:endParaRPr/>
          </a:p>
        </p:txBody>
      </p:sp>
      <p:sp>
        <p:nvSpPr>
          <p:cNvPr id="6" name="直接连接符 15">
            <a:extLst xmlns:a="http://schemas.openxmlformats.org/drawingml/2006/main">
              <a:ext uri="{FF2B5EF4-FFF2-40B4-BE49-F238E27FC236}">
                <a16:creationId xmlns:a16="http://schemas.microsoft.com/office/drawing/2014/main" id="{0FED270C-602D-451F-B361-56BC1033A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4445" y="6685280"/>
            <a:ext cx="537845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chemeClr val="bg1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rgbClr val="FFFFFF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tx1"/>
          </a:fontRef>
        </p:style>
      </p:sp>
    </p:spTree>
  </p:cSld>
</p:sldLayout>
</file>

<file path=ppt/slideLayouts/slideLayout2.xml><?xml version="1.0" encoding="utf-8"?>
<p:sldLayout xmlns:p="http://schemas.openxmlformats.org/presentationml/2006/main" type="titleOnly">
  <p:cSld name="FM"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图片 1">
            <a:extLst xmlns:a="http://schemas.openxmlformats.org/drawingml/2006/main">
              <a:ext uri="{FF2B5EF4-FFF2-40B4-BE49-F238E27FC236}">
                <a16:creationId xmlns:a16="http://schemas.microsoft.com/office/drawing/2014/main" id="{8CAEEEDE-6312-46DF-AF6C-8BF401E5B99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1411550500247ab">
            <a:alphaModFix amt="20000"/>
          </a:blip>
          <a:srcRect xmlns:a="http://schemas.openxmlformats.org/drawingml/2006/main" l="0" t="0" r="0" b="13216"/>
          <a:stretch xmlns:a="http://schemas.openxmlformats.org/drawingml/2006/main"/>
        </p:blipFill>
        <p:spPr>
          <a:xfrm xmlns:a="http://schemas.openxmlformats.org/drawingml/2006/main">
            <a:off x="7546126" y="0"/>
            <a:ext cx="4151671" cy="5794408"/>
          </a:xfrm>
          <a:prstGeom xmlns:a="http://schemas.openxmlformats.org/drawingml/2006/main" prst="rect">
            <a:avLst/>
          </a:prstGeom>
        </p:spPr>
      </p:pic>
      <p:sp>
        <p:nvSpPr>
          <p:cNvPr id="10" name="文本框 3">
            <a:extLst xmlns:a="http://schemas.openxmlformats.org/drawingml/2006/main">
              <a:ext uri="{FF2B5EF4-FFF2-40B4-BE49-F238E27FC236}">
                <a16:creationId xmlns:a16="http://schemas.microsoft.com/office/drawing/2014/main" id="{7C979FF2-A0B3-46F7-8572-9CC5F2666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763201" y="6305810"/>
            <a:ext cx="2199640" cy="3448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algn="l" defTabSz="914400">
              <a:lnSpc>
                <a:spcPct val="130000"/>
              </a:lnSpc>
              <a:buNone/>
            </a:pPr>
            <a:r>
              <a:rPr sz="1400">
                <a:gradFill>
                  <a:gsLst>
                    <a:gs pos="0">
                      <a:srgbClr val="0284E2"/>
                    </a:gs>
                    <a:gs pos="100000">
                      <a:srgbClr val="00B050"/>
                    </a:gs>
                  </a:gsLst>
                  <a:lin ang="0" scaled="0"/>
                </a:gradFill>
                <a:latin typeface="微软雅黑"/>
                <a:ea typeface="微软雅黑"/>
                <a:cs typeface="微软雅黑"/>
              </a:rPr>
              <a:t>智能终端操作系统根社区</a:t>
            </a:r>
            <a:endParaRPr/>
          </a:p>
        </p:txBody>
      </p:sp>
      <p:sp>
        <p:nvSpPr>
          <p:cNvPr id="11" name="直接连接符 15">
            <a:extLst xmlns:a="http://schemas.openxmlformats.org/drawingml/2006/main">
              <a:ext uri="{FF2B5EF4-FFF2-40B4-BE49-F238E27FC236}">
                <a16:creationId xmlns:a16="http://schemas.microsoft.com/office/drawing/2014/main" id="{FEFF282B-7FC1-42C4-B142-F9E5ACE50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91011" y="6623945"/>
            <a:ext cx="537845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0B0F0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rgbClr val="FFFFFF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tx1"/>
          </a:fontRef>
        </p:style>
      </p:sp>
      <p:pic>
        <p:nvPicPr>
          <p:cNvPr id="12" name="图片 9">
            <a:extLst xmlns:a="http://schemas.openxmlformats.org/drawingml/2006/main">
              <a:ext uri="{FF2B5EF4-FFF2-40B4-BE49-F238E27FC236}">
                <a16:creationId xmlns:a16="http://schemas.microsoft.com/office/drawing/2014/main" id="{FCFACF4A-B9C9-4BC4-9186-3BB189D2071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2be94c71e04f17">
            <a:alphaModFix amt="21000"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3261146"/>
            <a:ext cx="2999678" cy="4133416"/>
          </a:xfrm>
          <a:prstGeom xmlns:a="http://schemas.openxmlformats.org/drawingml/2006/main" prst="rect">
            <a:avLst/>
          </a:prstGeom>
        </p:spPr>
      </p:pic>
      <p:pic>
        <p:nvPicPr>
          <p:cNvPr id="13" name="图片 4">
            <a:extLst xmlns:a="http://schemas.openxmlformats.org/drawingml/2006/main">
              <a:ext uri="{FF2B5EF4-FFF2-40B4-BE49-F238E27FC236}">
                <a16:creationId xmlns:a16="http://schemas.microsoft.com/office/drawing/2014/main" id="{39F192FB-C697-4A4A-B855-96911F28D18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52cb34596040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273" y="0"/>
            <a:ext cx="3483086" cy="1306157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showMasterSp="0" type="title">
  <p:cSld name="1_标题幻灯片">
    <p:bg>
      <p:bgPr>
        <a:solidFill xmlns:a="http://schemas.openxmlformats.org/drawingml/2006/main">
          <a:schemeClr val="bg1">
            <a:alpha val="0"/>
          </a:schemeClr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03339691-B813-4DB5-9BAF-41FD3415C6B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445008" y="6356350"/>
            <a:ext cx="2743200" cy="365125"/>
          </a:xfrm>
        </p:spPr>
        <p:txBody>
          <a:bodyPr xmlns:a="http://schemas.openxmlformats.org/drawingml/2006/main"/>
          <a:lstStyle xmlns:a="http://schemas.openxmlformats.org/drawingml/2006/main">
            <a:lvl1pPr algn="l">
              <a:buNone/>
              <a:defRPr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fld id="{49AE70B2-8BF9-45C0-BB95-33D1B9D3A854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obj">
  <p:cSld name="标题和内容">
    <p:bg>
      <p:bgPr>
        <a:solidFill xmlns:a="http://schemas.openxmlformats.org/drawingml/2006/main">
          <a:srgbClr val="08A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1B522E65-2B81-4A4E-A9DC-772ED3F7249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4724400" y="6356350"/>
            <a:ext cx="2743200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49AE70B2-8BF9-45C0-BB95-33D1B9D3A85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>
  <p:cSld name="节标题"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文本框 14">
            <a:extLst xmlns:a="http://schemas.openxmlformats.org/drawingml/2006/main">
              <a:ext uri="{FF2B5EF4-FFF2-40B4-BE49-F238E27FC236}">
                <a16:creationId xmlns:a16="http://schemas.microsoft.com/office/drawing/2014/main" id="{32E720B5-1C0E-4507-949F-F50252AC8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763201" y="6305810"/>
            <a:ext cx="2199640" cy="3448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algn="l" defTabSz="914400">
              <a:lnSpc>
                <a:spcPct val="130000"/>
              </a:lnSpc>
              <a:buNone/>
            </a:pPr>
            <a:r>
              <a:rPr sz="1400">
                <a:gradFill>
                  <a:gsLst>
                    <a:gs pos="0">
                      <a:srgbClr val="0284E2"/>
                    </a:gs>
                    <a:gs pos="100000">
                      <a:srgbClr val="00B050"/>
                    </a:gs>
                  </a:gsLst>
                  <a:lin ang="0" scaled="0"/>
                </a:gradFill>
                <a:latin typeface="微软雅黑"/>
                <a:ea typeface="微软雅黑"/>
                <a:cs typeface="微软雅黑"/>
              </a:rPr>
              <a:t>智能终端操作系统根社区</a:t>
            </a:r>
            <a:endParaRPr/>
          </a:p>
        </p:txBody>
      </p:sp>
      <p:sp>
        <p:nvSpPr>
          <p:cNvPr id="26" name="直接连接符 15">
            <a:extLst xmlns:a="http://schemas.openxmlformats.org/drawingml/2006/main">
              <a:ext uri="{FF2B5EF4-FFF2-40B4-BE49-F238E27FC236}">
                <a16:creationId xmlns:a16="http://schemas.microsoft.com/office/drawing/2014/main" id="{64115C69-22DB-4FEE-BBFF-BC554B785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91011" y="6623945"/>
            <a:ext cx="537845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0B0F0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rgbClr val="FFFFFF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tx1"/>
          </a:fontRef>
        </p:style>
      </p:sp>
      <p:sp>
        <p:nvSpPr>
          <p:cNvPr id="27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A5D0F26D-5FAF-4F2A-AF53-87DB3DD7F04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4724400" y="6356350"/>
            <a:ext cx="2743200" cy="365125"/>
          </a:xfrm>
        </p:spPr>
        <p:txBody>
          <a:bodyPr xmlns:a="http://schemas.openxmlformats.org/drawingml/2006/main"/>
          <a:lstStyle xmlns:a="http://schemas.openxmlformats.org/drawingml/2006/main">
            <a:lvl1pPr algn="ctr">
              <a:buNone/>
              <a:defRPr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fld id="{49AE70B2-8BF9-45C0-BB95-33D1B9D3A854}" type="slidenum">
              <a:t>‹#›</a:t>
            </a:fld>
            <a:endParaRPr/>
          </a:p>
        </p:txBody>
      </p:sp>
      <p:sp>
        <p:nvSpPr>
          <p:cNvPr id="28" name="文本占位符 9">
            <a:extLst xmlns:a="http://schemas.openxmlformats.org/drawingml/2006/main">
              <a:ext uri="{FF2B5EF4-FFF2-40B4-BE49-F238E27FC236}">
                <a16:creationId xmlns:a16="http://schemas.microsoft.com/office/drawing/2014/main" id="{5C174BB0-39AA-4645-BD6E-349639A751C2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215067" y="171415"/>
            <a:ext cx="5966068" cy="44613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800" b="1" kern="1200">
                <a:solidFill>
                  <a:schemeClr val="tx1"/>
                </a:solidFill>
                <a:latin typeface="微软雅黑"/>
                <a:ea typeface="微软雅黑"/>
                <a:cs typeface="微软雅黑"/>
              </a:defRPr>
            </a:lvl1pPr>
          </a:lstStyle>
          <a:p xmlns:a="http://schemas.openxmlformats.org/drawingml/2006/main">
            <a:pPr lvl="0">
              <a:buNone/>
            </a:pPr>
            <a:r>
              <a:t>单击此处编辑母版文本</a:t>
            </a:r>
            <a:endParaRPr/>
          </a:p>
        </p:txBody>
      </p:sp>
      <p:pic>
        <p:nvPicPr>
          <p:cNvPr id="29" name="图片 1">
            <a:extLst xmlns:a="http://schemas.openxmlformats.org/drawingml/2006/main">
              <a:ext uri="{FF2B5EF4-FFF2-40B4-BE49-F238E27FC236}">
                <a16:creationId xmlns:a16="http://schemas.microsoft.com/office/drawing/2014/main" id="{EB8B3D28-EAAB-41EE-B312-A15A135EDB3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0ac51a2c3346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558425" y="0"/>
            <a:ext cx="2350420" cy="881407"/>
          </a:xfrm>
          <a:prstGeom xmlns:a="http://schemas.openxmlformats.org/drawingml/2006/main" prst="rect">
            <a:avLst/>
          </a:prstGeom>
        </p:spPr>
      </p:pic>
      <p:sp>
        <p:nvSpPr>
          <p:cNvPr id="30" name="矩形 3">
            <a:extLst xmlns:a="http://schemas.openxmlformats.org/drawingml/2006/main">
              <a:ext uri="{FF2B5EF4-FFF2-40B4-BE49-F238E27FC236}">
                <a16:creationId xmlns:a16="http://schemas.microsoft.com/office/drawing/2014/main" id="{E3BD3000-0660-4ED9-97CE-472E2D48C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8117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A8F6">
              <a:alpha val="10000"/>
            </a:srgb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woObj">
  <p:cSld name="两栏内容"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1453CF9D-5ACF-4BDC-8C03-2CF9F27F515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fld id="{49AE70B2-8BF9-45C0-BB95-33D1B9D3A854}" type="slidenum">
              <a:t>‹#›</a:t>
            </a:fld>
            <a:endParaRPr/>
          </a:p>
        </p:txBody>
      </p:sp>
      <p:pic>
        <p:nvPicPr>
          <p:cNvPr id="33" name="图片 3">
            <a:extLst xmlns:a="http://schemas.openxmlformats.org/drawingml/2006/main">
              <a:ext uri="{FF2B5EF4-FFF2-40B4-BE49-F238E27FC236}">
                <a16:creationId xmlns:a16="http://schemas.microsoft.com/office/drawing/2014/main" id="{90847AA4-4DBD-4854-89D5-BB84475354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292d0b9edcb417b">
            <a:alphaModFix amt="35000"/>
            <a:biLevel thresh="25000"/>
          </a:blip>
          <a:srcRect xmlns:a="http://schemas.openxmlformats.org/drawingml/2006/main" l="0" t="32381" r="0" b="0"/>
          <a:stretch xmlns:a="http://schemas.openxmlformats.org/drawingml/2006/main"/>
        </p:blipFill>
        <p:spPr>
          <a:xfrm xmlns:a="http://schemas.openxmlformats.org/drawingml/2006/main">
            <a:off x="7482780" y="1381934"/>
            <a:ext cx="3830533" cy="4165580"/>
          </a:xfrm>
          <a:prstGeom xmlns:a="http://schemas.openxmlformats.org/drawingml/2006/main" prst="rect">
            <a:avLst/>
          </a:prstGeom>
        </p:spPr>
      </p:pic>
      <p:sp>
        <p:nvSpPr>
          <p:cNvPr id="35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8EAAF035-1430-4A0B-82EF-4A38C797F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763201" y="6305810"/>
            <a:ext cx="2199640" cy="3448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algn="l" defTabSz="914400">
              <a:lnSpc>
                <a:spcPct val="130000"/>
              </a:lnSpc>
              <a:buNone/>
            </a:pPr>
            <a:r>
              <a:rPr sz="1400">
                <a:gradFill>
                  <a:gsLst>
                    <a:gs pos="0">
                      <a:srgbClr val="0284E2"/>
                    </a:gs>
                    <a:gs pos="100000">
                      <a:srgbClr val="00B050"/>
                    </a:gs>
                  </a:gsLst>
                  <a:lin ang="0" scaled="0"/>
                </a:gradFill>
                <a:latin typeface="微软雅黑"/>
                <a:ea typeface="微软雅黑"/>
                <a:cs typeface="微软雅黑"/>
              </a:rPr>
              <a:t>智能终端操作系统根社区</a:t>
            </a:r>
            <a:endParaRPr/>
          </a:p>
        </p:txBody>
      </p:sp>
      <p:sp>
        <p:nvSpPr>
          <p:cNvPr id="36" name="直接连接符 15">
            <a:extLst xmlns:a="http://schemas.openxmlformats.org/drawingml/2006/main">
              <a:ext uri="{FF2B5EF4-FFF2-40B4-BE49-F238E27FC236}">
                <a16:creationId xmlns:a16="http://schemas.microsoft.com/office/drawing/2014/main" id="{DBBD4830-07DB-4AFA-A4C4-9B9DCA58E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91011" y="6623945"/>
            <a:ext cx="537845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0B0F0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rgbClr val="FFFFFF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tx1"/>
          </a:fontRef>
        </p:style>
      </p:sp>
      <p:pic>
        <p:nvPicPr>
          <p:cNvPr id="37" name="图片 4">
            <a:extLst xmlns:a="http://schemas.openxmlformats.org/drawingml/2006/main">
              <a:ext uri="{FF2B5EF4-FFF2-40B4-BE49-F238E27FC236}">
                <a16:creationId xmlns:a16="http://schemas.microsoft.com/office/drawing/2014/main" id="{267401BC-C9BF-4E3C-80B3-041E0546B77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c8d1132ec2475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4478" y="0"/>
            <a:ext cx="2350420" cy="881407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twoTxTwoObj">
  <p:cSld name="比较"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灯片编号占位符 8">
            <a:extLst xmlns:a="http://schemas.openxmlformats.org/drawingml/2006/main">
              <a:ext uri="{FF2B5EF4-FFF2-40B4-BE49-F238E27FC236}">
                <a16:creationId xmlns:a16="http://schemas.microsoft.com/office/drawing/2014/main" id="{5558D137-1AC1-44BA-97BD-F3EC7FBB350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fld id="{49AE70B2-8BF9-45C0-BB95-33D1B9D3A854}" type="slidenum">
              <a:t>‹#›</a:t>
            </a:fld>
            <a:endParaRPr/>
          </a:p>
        </p:txBody>
      </p:sp>
      <p:sp>
        <p:nvSpPr>
          <p:cNvPr id="41" name="文本框 2">
            <a:extLst xmlns:a="http://schemas.openxmlformats.org/drawingml/2006/main">
              <a:ext uri="{FF2B5EF4-FFF2-40B4-BE49-F238E27FC236}">
                <a16:creationId xmlns:a16="http://schemas.microsoft.com/office/drawing/2014/main" id="{D4860D45-0093-479A-81FD-817F0E751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763201" y="6305810"/>
            <a:ext cx="2199640" cy="3448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algn="l" defTabSz="914400">
              <a:lnSpc>
                <a:spcPct val="130000"/>
              </a:lnSpc>
              <a:buNone/>
            </a:pPr>
            <a:r>
              <a:rPr sz="1400">
                <a:gradFill>
                  <a:gsLst>
                    <a:gs pos="0">
                      <a:srgbClr val="0284E2"/>
                    </a:gs>
                    <a:gs pos="100000">
                      <a:srgbClr val="00B050"/>
                    </a:gs>
                  </a:gsLst>
                  <a:lin ang="0" scaled="0"/>
                </a:gradFill>
                <a:latin typeface="微软雅黑"/>
                <a:ea typeface="微软雅黑"/>
                <a:cs typeface="微软雅黑"/>
              </a:rPr>
              <a:t>智能终端操作系统根社区</a:t>
            </a:r>
            <a:endParaRPr/>
          </a:p>
        </p:txBody>
      </p:sp>
      <p:sp>
        <p:nvSpPr>
          <p:cNvPr id="42" name="直接连接符 15">
            <a:extLst xmlns:a="http://schemas.openxmlformats.org/drawingml/2006/main">
              <a:ext uri="{FF2B5EF4-FFF2-40B4-BE49-F238E27FC236}">
                <a16:creationId xmlns:a16="http://schemas.microsoft.com/office/drawing/2014/main" id="{37B71A72-A213-43C9-AAF2-FC564D460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91011" y="6623945"/>
            <a:ext cx="537845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0B0F0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rgbClr val="FFFFFF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tx1"/>
          </a:fontRef>
        </p:style>
      </p:sp>
      <p:sp>
        <p:nvSpPr>
          <p:cNvPr id="43" name="矩形 9">
            <a:extLst xmlns:a="http://schemas.openxmlformats.org/drawingml/2006/main">
              <a:ext uri="{FF2B5EF4-FFF2-40B4-BE49-F238E27FC236}">
                <a16:creationId xmlns:a16="http://schemas.microsoft.com/office/drawing/2014/main" id="{E7033765-731A-42EA-B404-A18D74AC9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" y="1199515"/>
            <a:ext cx="1210588" cy="70788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4000" b="1" i="0" u="none" strike="noStrike" cap="none" spc="0" baseline="0">
                <a:ln>
                  <a:noFill/>
                </a:ln>
                <a:solidFill>
                  <a:srgbClr val="08A8F6"/>
                </a:solidFill>
                <a:latin typeface="微软雅黑"/>
                <a:ea typeface="微软雅黑"/>
                <a:cs typeface="微软雅黑"/>
              </a:rPr>
              <a:t>目录</a:t>
            </a:r>
            <a:endParaRPr/>
          </a:p>
        </p:txBody>
      </p:sp>
      <p:sp>
        <p:nvSpPr>
          <p:cNvPr id="44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F9E8FDAF-3343-4F03-83F4-CFCF416A1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" y="576640"/>
            <a:ext cx="4124959" cy="58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ct val="1"/>
              </a:spcBef>
              <a:spcAft>
                <a:spcPct val="1"/>
              </a:spcAft>
              <a:buNone/>
            </a:pPr>
            <a:r>
              <a:rPr sz="3200" b="1">
                <a:solidFill>
                  <a:srgbClr val="08A8F6"/>
                </a:solidFill>
                <a:latin typeface="微软雅黑"/>
                <a:ea typeface="微软雅黑"/>
                <a:cs typeface="微软雅黑"/>
              </a:rPr>
              <a:t>CONTENTS</a:t>
            </a:r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titleOnly">
  <p:cSld name="仅标题"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5DBA3FE6-7C96-442A-98C1-DD1065F1102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fld id="{49AE70B2-8BF9-45C0-BB95-33D1B9D3A854}" type="slidenum">
              <a:t>‹#›</a:t>
            </a:fld>
            <a:endParaRPr/>
          </a:p>
        </p:txBody>
      </p:sp>
      <p:sp>
        <p:nvSpPr>
          <p:cNvPr id="48" name="文本框 6">
            <a:extLst xmlns:a="http://schemas.openxmlformats.org/drawingml/2006/main">
              <a:ext uri="{FF2B5EF4-FFF2-40B4-BE49-F238E27FC236}">
                <a16:creationId xmlns:a16="http://schemas.microsoft.com/office/drawing/2014/main" id="{DFDFBF20-0075-4C07-89C5-197DA1FEF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906635" y="6367145"/>
            <a:ext cx="2199640" cy="3448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algn="l" defTabSz="914400">
              <a:lnSpc>
                <a:spcPct val="130000"/>
              </a:lnSpc>
              <a:buNone/>
            </a:pPr>
            <a:r>
              <a:rPr sz="1400">
                <a:gradFill>
                  <a:gsLst>
                    <a:gs pos="0">
                      <a:srgbClr val="0284E2"/>
                    </a:gs>
                    <a:gs pos="100000">
                      <a:srgbClr val="00B050"/>
                    </a:gs>
                  </a:gsLst>
                  <a:lin ang="0" scaled="0"/>
                </a:gradFill>
                <a:latin typeface="微软雅黑"/>
                <a:ea typeface="微软雅黑"/>
                <a:cs typeface="微软雅黑"/>
              </a:rPr>
              <a:t>智能终端操作系统根社区</a:t>
            </a:r>
            <a:endParaRPr/>
          </a:p>
        </p:txBody>
      </p:sp>
      <p:sp>
        <p:nvSpPr>
          <p:cNvPr id="49" name="直接连接符 7">
            <a:extLst xmlns:a="http://schemas.openxmlformats.org/drawingml/2006/main">
              <a:ext uri="{FF2B5EF4-FFF2-40B4-BE49-F238E27FC236}">
                <a16:creationId xmlns:a16="http://schemas.microsoft.com/office/drawing/2014/main" id="{851AA89B-9E2D-47DB-931C-144065C6F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34445" y="6685280"/>
            <a:ext cx="537845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0B0F0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rgbClr val="FFFFFF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tx1"/>
          </a:fontRef>
        </p:style>
      </p:sp>
    </p:spTree>
  </p:cSld>
</p:sldLayout>
</file>

<file path=ppt/slideLayouts/slideLayout9.xml><?xml version="1.0" encoding="utf-8"?>
<p:sldLayout xmlns:p="http://schemas.openxmlformats.org/presentationml/2006/main" type="blank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灯片编号占位符 3">
            <a:extLst xmlns:a="http://schemas.openxmlformats.org/drawingml/2006/main">
              <a:ext uri="{FF2B5EF4-FFF2-40B4-BE49-F238E27FC236}">
                <a16:creationId xmlns:a16="http://schemas.microsoft.com/office/drawing/2014/main" id="{2F1B2B6D-FAEC-4601-9C9F-FC628CA09F5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49AE70B2-8BF9-45C0-BB95-33D1B9D3A85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picTx">
  <p:cSld name="图片与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63C97C3D-CD22-4725-9EA5-D1617E98AB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FABC47A4-756D-490B-A52F-7D9E2C9FC05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>
  <p:cSld name="竖排标题与文本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271DDD6F-B539-430C-A2C0-A5B852625F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49AE70B2-8BF9-45C0-BB95-33D1B9D3A854}" type="slidenum">
              <a:t>‹#›</a:t>
            </a:fld>
            <a:endParaRPr/>
          </a:p>
        </p:txBody>
      </p:sp>
    </p:spTree>
  </p:cSld>
</p:sldLayout>
</file>

<file path=ppt/slideLayouts/slideLayout12.xml><?xml version="1.0" encoding="utf-8"?>
<p:sldLayout xmlns:p="http://schemas.openxmlformats.org/presentationml/2006/main">
  <p:cSld name="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B748FE9C-ADAE-4FBB-9A07-47D70FF386B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49AE70B2-8BF9-45C0-BB95-33D1B9D3A854}" type="slidenum">
              <a:t>‹#›</a:t>
            </a:fld>
            <a:endParaRPr/>
          </a:p>
        </p:txBody>
      </p:sp>
    </p:spTree>
  </p:cSld>
</p:sldLayout>
</file>

<file path=ppt/slideLayouts/slideLayout13.xml><?xml version="1.0" encoding="utf-8"?>
<p:sldLayout xmlns:p="http://schemas.openxmlformats.org/presentationml/2006/main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550783c51cf4b59" /><Relationship Type="http://schemas.openxmlformats.org/officeDocument/2006/relationships/slideLayout" Target="/ppt/slideLayouts/slideLayout1.xml" Id="R2dee0f497535409d" /><Relationship Type="http://schemas.openxmlformats.org/officeDocument/2006/relationships/slideLayout" Target="/ppt/slideLayouts/slideLayout2.xml" Id="R5c5eddb741d346d7" /><Relationship Type="http://schemas.openxmlformats.org/officeDocument/2006/relationships/slideLayout" Target="/ppt/slideLayouts/slideLayout3.xml" Id="Re04ac461b26d4fcb" /><Relationship Type="http://schemas.openxmlformats.org/officeDocument/2006/relationships/slideLayout" Target="/ppt/slideLayouts/slideLayout4.xml" Id="Rb796042cf92e470b" /><Relationship Type="http://schemas.openxmlformats.org/officeDocument/2006/relationships/slideLayout" Target="/ppt/slideLayouts/slideLayout5.xml" Id="R779f4c8f882543fe" /><Relationship Type="http://schemas.openxmlformats.org/officeDocument/2006/relationships/slideLayout" Target="/ppt/slideLayouts/slideLayout6.xml" Id="R8df34a03c59c45a0" /><Relationship Type="http://schemas.openxmlformats.org/officeDocument/2006/relationships/slideLayout" Target="/ppt/slideLayouts/slideLayout7.xml" Id="Re762a500f3f24c51" /><Relationship Type="http://schemas.openxmlformats.org/officeDocument/2006/relationships/slideLayout" Target="/ppt/slideLayouts/slideLayout8.xml" Id="R0b5a90b94e8c4ea7" /><Relationship Type="http://schemas.openxmlformats.org/officeDocument/2006/relationships/slideLayout" Target="/ppt/slideLayouts/slideLayout9.xml" Id="R7b79908e9d574490" /><Relationship Type="http://schemas.openxmlformats.org/officeDocument/2006/relationships/slideLayout" Target="/ppt/slideLayouts/slideLayout10.xml" Id="Rfb5b75f41e2b443b" /><Relationship Type="http://schemas.openxmlformats.org/officeDocument/2006/relationships/slideLayout" Target="/ppt/slideLayouts/slideLayout11.xml" Id="R1a1e91b2406f4d7c" /><Relationship Type="http://schemas.openxmlformats.org/officeDocument/2006/relationships/slideLayout" Target="/ppt/slideLayouts/slideLayout12.xml" Id="Rb86d9267eed64590" /><Relationship Type="http://schemas.openxmlformats.org/officeDocument/2006/relationships/slideLayout" Target="/ppt/slideLayouts/slideLayout13.xml" Id="Rc4c86d880f5346e3" /></Relationships>
</file>

<file path=ppt/slideMasters/slideMaster1.xml><?xml version="1.0" encoding="utf-8"?>
<p:sldMaster xmlns:p="http://schemas.openxmlformats.org/presentationml/2006/main">
  <p:cSld>
    <p:bg>
      <p:bgPr>
        <a:gradFill xmlns:a="http://schemas.openxmlformats.org/drawingml/2006/main">
          <a:gsLst>
            <a:gs pos="0">
              <a:srgbClr val="00A6F9"/>
            </a:gs>
            <a:gs pos="100000">
              <a:srgbClr val="81BD0A"/>
            </a:gs>
          </a:gsLst>
          <a:lin ang="0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6DB31B94-06A9-418D-999B-8BB96E90E18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47244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>
            <a:lvl1pPr algn="ctr">
              <a:buNone/>
              <a:defRPr sz="1200">
                <a:solidFill>
                  <a:schemeClr val="bg1"/>
                </a:solidFill>
                <a:latin typeface="Source Han Sans CN Normal"/>
                <a:ea typeface="Source Han Sans CN Normal"/>
                <a:cs typeface="Source Han Sans CN Normal"/>
              </a:defRPr>
            </a:lvl1pPr>
          </a:lstStyle>
          <a:p xmlns:a="http://schemas.openxmlformats.org/drawingml/2006/main">
            <a:pPr>
              <a:buNone/>
            </a:pPr>
            <a:fld id="{49AE70B2-8BF9-45C0-BB95-33D1B9D3A854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dee0f497535409d"/>
    <p:sldLayoutId xmlns:r="http://schemas.openxmlformats.org/officeDocument/2006/relationships" id="2147483650" r:id="R5c5eddb741d346d7"/>
    <p:sldLayoutId xmlns:r="http://schemas.openxmlformats.org/officeDocument/2006/relationships" id="2147483651" r:id="Re04ac461b26d4fcb"/>
    <p:sldLayoutId xmlns:r="http://schemas.openxmlformats.org/officeDocument/2006/relationships" id="2147483652" r:id="Rb796042cf92e470b"/>
    <p:sldLayoutId xmlns:r="http://schemas.openxmlformats.org/officeDocument/2006/relationships" id="2147483653" r:id="R779f4c8f882543fe"/>
    <p:sldLayoutId xmlns:r="http://schemas.openxmlformats.org/officeDocument/2006/relationships" id="2147483654" r:id="R8df34a03c59c45a0"/>
    <p:sldLayoutId xmlns:r="http://schemas.openxmlformats.org/officeDocument/2006/relationships" id="2147483655" r:id="Re762a500f3f24c51"/>
    <p:sldLayoutId xmlns:r="http://schemas.openxmlformats.org/officeDocument/2006/relationships" id="2147483656" r:id="R0b5a90b94e8c4ea7"/>
    <p:sldLayoutId xmlns:r="http://schemas.openxmlformats.org/officeDocument/2006/relationships" id="2147483657" r:id="R7b79908e9d574490"/>
    <p:sldLayoutId xmlns:r="http://schemas.openxmlformats.org/officeDocument/2006/relationships" id="2147483658" r:id="Rfb5b75f41e2b443b"/>
    <p:sldLayoutId xmlns:r="http://schemas.openxmlformats.org/officeDocument/2006/relationships" id="2147483659" r:id="R1a1e91b2406f4d7c"/>
    <p:sldLayoutId xmlns:r="http://schemas.openxmlformats.org/officeDocument/2006/relationships" id="2147483660" r:id="Rb86d9267eed64590"/>
    <p:sldLayoutId xmlns:r="http://schemas.openxmlformats.org/officeDocument/2006/relationships" id="2147483661" r:id="Rc4c86d880f5346e3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1_自定义设计方案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宋体"/>
        <a:cs typeface=""/>
      </a:majorFont>
      <a:minorFont>
        <a:latin typeface="Calibri"/>
        <a:ea typeface="宋体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2af8203dbd84d50" /><Relationship Type="http://schemas.openxmlformats.org/officeDocument/2006/relationships/notesSlide" Target="/ppt/notesSlides/notesSlide1.xml" Id="R9c50343857864c0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3edd3914ab4445e" /><Relationship Type="http://schemas.openxmlformats.org/officeDocument/2006/relationships/notesSlide" Target="/ppt/notesSlides/notesSlide2.xml" Id="R046764b7cb934c0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b536d6b880d14937" /><Relationship Type="http://schemas.openxmlformats.org/officeDocument/2006/relationships/notesSlide" Target="/ppt/notesSlides/notesSlide3.xml" Id="R3214bbe34b344b3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1648d513118145ff" /><Relationship Type="http://schemas.openxmlformats.org/officeDocument/2006/relationships/notesSlide" Target="/ppt/notesSlides/notesSlide4.xml" Id="Rf363794400db424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0760c675b24b4559" /><Relationship Type="http://schemas.openxmlformats.org/officeDocument/2006/relationships/notesSlide" Target="/ppt/notesSlides/notesSlide5.xml" Id="R20312a62b605462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da44e46abf954772" /><Relationship Type="http://schemas.openxmlformats.org/officeDocument/2006/relationships/notesSlide" Target="/ppt/notesSlides/notesSlide6.xml" Id="R7d005546124b42c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002bf6f94ea84cd0" /><Relationship Type="http://schemas.openxmlformats.org/officeDocument/2006/relationships/notesSlide" Target="/ppt/notesSlides/notesSlide7.xml" Id="R6390794263bf40a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62e1aef8320347c1" /><Relationship Type="http://schemas.openxmlformats.org/officeDocument/2006/relationships/notesSlide" Target="/ppt/notesSlides/notesSlide8.xml" Id="R4ed9313cc3e244a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43292a477adc4492" /><Relationship Type="http://schemas.openxmlformats.org/officeDocument/2006/relationships/chart" Target="/ppt/slides/charts/chart1.xml" Id="R1f1ed8ebbc7d4c8a" /><Relationship Type="http://schemas.openxmlformats.org/officeDocument/2006/relationships/notesSlide" Target="/ppt/notesSlides/notesSlide9.xml" Id="R1e86144985a34c4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a1413080ff214e68" /><Relationship Type="http://schemas.openxmlformats.org/officeDocument/2006/relationships/notesSlide" Target="/ppt/notesSlides/notesSlide10.xml" Id="R6418a7c8bc00477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2ccd1d0560c9492c" /><Relationship Type="http://schemas.openxmlformats.org/officeDocument/2006/relationships/notesSlide" Target="/ppt/notesSlides/notesSlide11.xml" Id="R4bc29d85875b437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a2b089a4782d4985" /><Relationship Type="http://schemas.openxmlformats.org/officeDocument/2006/relationships/notesSlide" Target="/ppt/notesSlides/notesSlide12.xml" Id="Rd9969e543092463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59f04ae7cd304041" /><Relationship Type="http://schemas.openxmlformats.org/officeDocument/2006/relationships/notesSlide" Target="/ppt/notesSlides/notesSlide13.xml" Id="Rd8fbfd984741436c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varyColors val="0"/>
        <c:ser>
          <c:idx val="0"/>
          <c:order val="0"/>
          <c:tx>
            <c:v>CFS</c:v>
          </c:tx>
          <c:spPr>
            <a:solidFill xmlns:a="http://schemas.openxmlformats.org/drawingml/2006/main">
              <a:srgbClr val="08A8F6"/>
            </a:solidFill>
          </c:spPr>
          <c:invertIfNegative val="0"/>
          <c:cat>
            <c:strRef>
              <c:f>'Chart Data'!$A$2:$A$4</c:f>
              <c:strCache>
                <c:ptCount val="3"/>
                <c:pt idx="0">
                  <c:v>1 个忙等任务</c:v>
                </c:pt>
                <c:pt idx="1">
                  <c:v>4 个忙等任务</c:v>
                </c:pt>
                <c:pt idx="2">
                  <c:v>4 个忙等任务加 QoS</c:v>
                </c:pt>
              </c:strCache>
            </c:strRef>
          </c:cat>
          <c:val>
            <c:numRef>
              <c:f>'Chart Data'!$B$2:$B$4</c:f>
              <c:numCache>
                <c:formatCode>0</c:formatCode>
                <c:ptCount val="3"/>
                <c:pt idx="0">
                  <c:v>1.01104</c:v>
                </c:pt>
                <c:pt idx="1">
                  <c:v>0.794656</c:v>
                </c:pt>
                <c:pt idx="2">
                  <c:v>1.043968</c:v>
                </c:pt>
              </c:numCache>
            </c:numRef>
          </c:val>
        </c:ser>
        <c:ser>
          <c:idx val="1"/>
          <c:order val="1"/>
          <c:tx>
            <c:v>EEVDF</c:v>
          </c:tx>
          <c:spPr>
            <a:solidFill xmlns:a="http://schemas.openxmlformats.org/drawingml/2006/main">
              <a:srgbClr val="C46143"/>
            </a:solidFill>
          </c:spPr>
          <c:invertIfNegative val="0"/>
          <c:cat>
            <c:strRef>
              <c:f>'Chart Data'!$C$2:$C$4</c:f>
              <c:strCache>
                <c:ptCount val="3"/>
                <c:pt idx="0">
                  <c:v>1 个忙等任务</c:v>
                </c:pt>
                <c:pt idx="1">
                  <c:v>4 个忙等任务</c:v>
                </c:pt>
                <c:pt idx="2">
                  <c:v>4 个忙等任务加 QoS</c:v>
                </c:pt>
              </c:strCache>
            </c:strRef>
          </c:cat>
          <c:val>
            <c:numRef>
              <c:f>'Chart Data'!$D$2:$D$4</c:f>
              <c:numCache>
                <c:formatCode>0</c:formatCode>
                <c:ptCount val="3"/>
                <c:pt idx="0">
                  <c:v>4.128048</c:v>
                </c:pt>
                <c:pt idx="1">
                  <c:v>8.496864</c:v>
                </c:pt>
                <c:pt idx="2">
                  <c:v>15.627952</c:v>
                </c:pt>
              </c:numCache>
            </c:numRef>
          </c:val>
        </c:ser>
        <c:dLbls>
          <c:numFmt formatCode="0.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微软雅黑"/>
                  <a:ea typeface="微软雅黑"/>
                  <a:cs typeface="微软雅黑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DE3E8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微软雅黑"/>
              <a:ea typeface="微软雅黑"/>
              <a:cs typeface="微软雅黑"/>
            </a:defRPr>
          </a:pPr>
        </a:p>
      </c:txPr>
    </c:legend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文本框 4">
            <a:extLst xmlns:a="http://schemas.openxmlformats.org/drawingml/2006/main">
              <a:ext uri="{FF2B5EF4-FFF2-40B4-BE49-F238E27FC236}">
                <a16:creationId xmlns:a16="http://schemas.microsoft.com/office/drawing/2014/main" id="{F26266E7-1CFD-45B9-B237-1BB389642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857750"/>
            <a:ext cx="6477000" cy="107214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>
            <a:defPPr>
              <a:defRPr sz="1650">
                <a:latin typeface="微软雅黑"/>
                <a:ea typeface="微软雅黑"/>
                <a:cs typeface="微软雅黑"/>
              </a:defRPr>
            </a:defPPr>
            <a:lvl1pPr>
              <a:defRPr sz="1650">
                <a:latin typeface="微软雅黑"/>
                <a:ea typeface="微软雅黑"/>
                <a:cs typeface="微软雅黑"/>
              </a:defRPr>
            </a:lvl1pPr>
            <a:lvl2pPr>
              <a:defRPr sz="1650">
                <a:latin typeface="微软雅黑"/>
                <a:ea typeface="微软雅黑"/>
                <a:cs typeface="微软雅黑"/>
              </a:defRPr>
            </a:lvl2pPr>
            <a:lvl3pPr>
              <a:defRPr sz="1650">
                <a:latin typeface="微软雅黑"/>
                <a:ea typeface="微软雅黑"/>
                <a:cs typeface="微软雅黑"/>
              </a:defRPr>
            </a:lvl3pPr>
            <a:lvl4pPr>
              <a:defRPr sz="1650">
                <a:latin typeface="微软雅黑"/>
                <a:ea typeface="微软雅黑"/>
                <a:cs typeface="微软雅黑"/>
              </a:defRPr>
            </a:lvl4pPr>
            <a:lvl5pPr>
              <a:defRPr sz="1650">
                <a:latin typeface="微软雅黑"/>
                <a:ea typeface="微软雅黑"/>
                <a:cs typeface="微软雅黑"/>
              </a:defRPr>
            </a:lvl5pPr>
            <a:lvl6pPr>
              <a:defRPr sz="1650">
                <a:latin typeface="微软雅黑"/>
                <a:ea typeface="微软雅黑"/>
                <a:cs typeface="微软雅黑"/>
              </a:defRPr>
            </a:lvl6pPr>
            <a:lvl7pPr>
              <a:defRPr sz="1650">
                <a:latin typeface="微软雅黑"/>
                <a:ea typeface="微软雅黑"/>
                <a:cs typeface="微软雅黑"/>
              </a:defRPr>
            </a:lvl7pPr>
            <a:lvl8pPr>
              <a:defRPr sz="1650">
                <a:latin typeface="微软雅黑"/>
                <a:ea typeface="微软雅黑"/>
                <a:cs typeface="微软雅黑"/>
              </a:defRPr>
            </a:lvl8pPr>
            <a:lvl9pPr>
              <a:defRPr sz="1650"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ctr">
              <a:lnSpc>
                <a:spcPct val="130000"/>
              </a:lnSpc>
              <a:spcBef>
                <a:spcPct val="1"/>
              </a:spcBef>
              <a:spcAft>
                <a:spcPct val="1"/>
              </a:spcAft>
              <a:buNone/>
              <a:defRPr sz="1650">
                <a:latin typeface="微软雅黑"/>
                <a:ea typeface="微软雅黑"/>
                <a:cs typeface="微软雅黑"/>
              </a:defRPr>
            </a:pPr>
            <a:r>
              <a:rPr sz="1650">
                <a:latin typeface="微软雅黑"/>
                <a:ea typeface="微软雅黑"/>
                <a:cs typeface="微软雅黑"/>
              </a:rPr>
              <a:t>我是谁我在哪团队</a:t>
            </a:r>
            <a:endParaRPr sz="1600"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ctr">
              <a:lnSpc>
                <a:spcPct val="130000"/>
              </a:lnSpc>
              <a:spcBef>
                <a:spcPct val="1"/>
              </a:spcBef>
              <a:spcAft>
                <a:spcPct val="1"/>
              </a:spcAft>
              <a:buNone/>
              <a:defRPr sz="1650">
                <a:latin typeface="微软雅黑"/>
                <a:ea typeface="微软雅黑"/>
                <a:cs typeface="微软雅黑"/>
              </a:defRPr>
            </a:pPr>
            <a:r>
              <a:rPr sz="1650">
                <a:latin typeface="微软雅黑"/>
                <a:ea typeface="微软雅黑"/>
                <a:cs typeface="微软雅黑"/>
              </a:rPr>
              <a:t>蔡一鸣  青岛大学  指导老师 李强</a:t>
            </a:r>
            <a:endParaRPr sz="1400"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ctr">
              <a:lnSpc>
                <a:spcPct val="130000"/>
              </a:lnSpc>
              <a:spcBef>
                <a:spcPct val="1"/>
              </a:spcBef>
              <a:spcAft>
                <a:spcPct val="1"/>
              </a:spcAft>
              <a:buNone/>
              <a:defRPr sz="1650">
                <a:latin typeface="微软雅黑"/>
                <a:ea typeface="微软雅黑"/>
                <a:cs typeface="微软雅黑"/>
              </a:defRPr>
            </a:pPr>
            <a:r>
              <a:rPr sz="1650">
                <a:latin typeface="微软雅黑"/>
                <a:ea typeface="微软雅黑"/>
                <a:cs typeface="微软雅黑"/>
              </a:rPr>
              <a:t>2026 年 10 月 30 日</a:t>
            </a:r>
            <a:endParaRPr sz="1400"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文本框 6">
            <a:extLst xmlns:a="http://schemas.openxmlformats.org/drawingml/2006/main">
              <a:ext uri="{FF2B5EF4-FFF2-40B4-BE49-F238E27FC236}">
                <a16:creationId xmlns:a16="http://schemas.microsoft.com/office/drawing/2014/main" id="{3D574E9C-CF93-40AA-9205-D9AF2BF31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1619250"/>
            <a:ext cx="10477500" cy="10744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>
            <a:defPPr>
              <a:defRPr sz="3225">
                <a:latin typeface="微软雅黑"/>
                <a:ea typeface="微软雅黑"/>
                <a:cs typeface="微软雅黑"/>
              </a:defRPr>
            </a:defPPr>
            <a:lvl1pPr>
              <a:defRPr sz="3225">
                <a:latin typeface="微软雅黑"/>
                <a:ea typeface="微软雅黑"/>
                <a:cs typeface="微软雅黑"/>
              </a:defRPr>
            </a:lvl1pPr>
            <a:lvl2pPr>
              <a:defRPr sz="3225">
                <a:latin typeface="微软雅黑"/>
                <a:ea typeface="微软雅黑"/>
                <a:cs typeface="微软雅黑"/>
              </a:defRPr>
            </a:lvl2pPr>
            <a:lvl3pPr>
              <a:defRPr sz="3225">
                <a:latin typeface="微软雅黑"/>
                <a:ea typeface="微软雅黑"/>
                <a:cs typeface="微软雅黑"/>
              </a:defRPr>
            </a:lvl3pPr>
            <a:lvl4pPr>
              <a:defRPr sz="3225">
                <a:latin typeface="微软雅黑"/>
                <a:ea typeface="微软雅黑"/>
                <a:cs typeface="微软雅黑"/>
              </a:defRPr>
            </a:lvl4pPr>
            <a:lvl5pPr>
              <a:defRPr sz="3225">
                <a:latin typeface="微软雅黑"/>
                <a:ea typeface="微软雅黑"/>
                <a:cs typeface="微软雅黑"/>
              </a:defRPr>
            </a:lvl5pPr>
            <a:lvl6pPr>
              <a:defRPr sz="3225">
                <a:latin typeface="微软雅黑"/>
                <a:ea typeface="微软雅黑"/>
                <a:cs typeface="微软雅黑"/>
              </a:defRPr>
            </a:lvl6pPr>
            <a:lvl7pPr>
              <a:defRPr sz="3225">
                <a:latin typeface="微软雅黑"/>
                <a:ea typeface="微软雅黑"/>
                <a:cs typeface="微软雅黑"/>
              </a:defRPr>
            </a:lvl7pPr>
            <a:lvl8pPr>
              <a:defRPr sz="3225">
                <a:latin typeface="微软雅黑"/>
                <a:ea typeface="微软雅黑"/>
                <a:cs typeface="微软雅黑"/>
              </a:defRPr>
            </a:lvl8pPr>
            <a:lvl9pPr>
              <a:defRPr sz="3225"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ctr">
              <a:spcBef>
                <a:spcPct val="1"/>
              </a:spcBef>
              <a:spcAft>
                <a:spcPct val="1"/>
              </a:spcAft>
              <a:buNone/>
              <a:defRPr sz="3225">
                <a:latin typeface="微软雅黑"/>
                <a:ea typeface="微软雅黑"/>
                <a:cs typeface="微软雅黑"/>
              </a:defRPr>
            </a:pPr>
            <a:r>
              <a:rPr sz="3225" b="1">
                <a:solidFill>
                  <a:srgbClr val="08A8F6"/>
                </a:solidFill>
                <a:latin typeface="微软雅黑"/>
                <a:ea typeface="微软雅黑"/>
                <a:cs typeface="微软雅黑"/>
              </a:rPr>
              <a:t>2026 开源鸿蒙大学生创新大赛</a:t>
            </a:r>
            <a:endParaRPr sz="4800" b="1">
              <a:solidFill>
                <a:srgbClr val="08A8F6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ctr">
              <a:spcBef>
                <a:spcPct val="1"/>
              </a:spcBef>
              <a:spcAft>
                <a:spcPct val="1"/>
              </a:spcAft>
              <a:buNone/>
              <a:defRPr sz="3225">
                <a:latin typeface="微软雅黑"/>
                <a:ea typeface="微软雅黑"/>
                <a:cs typeface="微软雅黑"/>
              </a:defRPr>
            </a:pPr>
            <a:r>
              <a:rPr sz="3225" b="1">
                <a:solidFill>
                  <a:srgbClr val="08A8F6"/>
                </a:solidFill>
                <a:latin typeface="微软雅黑"/>
                <a:ea typeface="微软雅黑"/>
                <a:cs typeface="微软雅黑"/>
              </a:rPr>
              <a:t>赛道一 系统与技术创新</a:t>
            </a:r>
            <a:endParaRPr sz="4800" b="1">
              <a:solidFill>
                <a:srgbClr val="08A8F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E241ED33-DE35-4509-B879-C1C186060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3048000"/>
            <a:ext cx="8382000" cy="93726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>
            <a:defPPr>
              <a:defRPr sz="2775">
                <a:latin typeface="微软雅黑"/>
                <a:ea typeface="微软雅黑"/>
                <a:cs typeface="微软雅黑"/>
              </a:defRPr>
            </a:defPPr>
            <a:lvl1pPr>
              <a:defRPr sz="2775">
                <a:latin typeface="微软雅黑"/>
                <a:ea typeface="微软雅黑"/>
                <a:cs typeface="微软雅黑"/>
              </a:defRPr>
            </a:lvl1pPr>
            <a:lvl2pPr>
              <a:defRPr sz="2775">
                <a:latin typeface="微软雅黑"/>
                <a:ea typeface="微软雅黑"/>
                <a:cs typeface="微软雅黑"/>
              </a:defRPr>
            </a:lvl2pPr>
            <a:lvl3pPr>
              <a:defRPr sz="2775">
                <a:latin typeface="微软雅黑"/>
                <a:ea typeface="微软雅黑"/>
                <a:cs typeface="微软雅黑"/>
              </a:defRPr>
            </a:lvl3pPr>
            <a:lvl4pPr>
              <a:defRPr sz="2775">
                <a:latin typeface="微软雅黑"/>
                <a:ea typeface="微软雅黑"/>
                <a:cs typeface="微软雅黑"/>
              </a:defRPr>
            </a:lvl4pPr>
            <a:lvl5pPr>
              <a:defRPr sz="2775">
                <a:latin typeface="微软雅黑"/>
                <a:ea typeface="微软雅黑"/>
                <a:cs typeface="微软雅黑"/>
              </a:defRPr>
            </a:lvl5pPr>
            <a:lvl6pPr>
              <a:defRPr sz="2775">
                <a:latin typeface="微软雅黑"/>
                <a:ea typeface="微软雅黑"/>
                <a:cs typeface="微软雅黑"/>
              </a:defRPr>
            </a:lvl6pPr>
            <a:lvl7pPr>
              <a:defRPr sz="2775">
                <a:latin typeface="微软雅黑"/>
                <a:ea typeface="微软雅黑"/>
                <a:cs typeface="微软雅黑"/>
              </a:defRPr>
            </a:lvl7pPr>
            <a:lvl8pPr>
              <a:defRPr sz="2775">
                <a:latin typeface="微软雅黑"/>
                <a:ea typeface="微软雅黑"/>
                <a:cs typeface="微软雅黑"/>
              </a:defRPr>
            </a:lvl8pPr>
            <a:lvl9pPr>
              <a:defRPr sz="2775"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ctr">
              <a:spcBef>
                <a:spcPct val="1"/>
              </a:spcBef>
              <a:spcAft>
                <a:spcPct val="1"/>
              </a:spcAft>
              <a:buNone/>
              <a:defRPr sz="2775">
                <a:latin typeface="微软雅黑"/>
                <a:ea typeface="微软雅黑"/>
                <a:cs typeface="微软雅黑"/>
              </a:defRPr>
            </a:pPr>
            <a:r>
              <a:rPr sz="2775">
                <a:solidFill>
                  <a:srgbClr val="08A8F6"/>
                </a:solidFill>
                <a:latin typeface="微软雅黑"/>
                <a:ea typeface="微软雅黑"/>
                <a:cs typeface="微软雅黑"/>
              </a:rPr>
              <a:t>OpenHarmony Linux 5.10 的</a:t>
            </a:r>
            <a:endParaRPr sz="2800">
              <a:solidFill>
                <a:srgbClr val="08A8F6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ctr">
              <a:spcBef>
                <a:spcPct val="1"/>
              </a:spcBef>
              <a:spcAft>
                <a:spcPct val="1"/>
              </a:spcAft>
              <a:buNone/>
              <a:defRPr sz="2775">
                <a:latin typeface="微软雅黑"/>
                <a:ea typeface="微软雅黑"/>
                <a:cs typeface="微软雅黑"/>
              </a:defRPr>
            </a:pPr>
            <a:r>
              <a:rPr sz="2775">
                <a:solidFill>
                  <a:srgbClr val="08A8F6"/>
                </a:solidFill>
                <a:latin typeface="微软雅黑"/>
                <a:ea typeface="微软雅黑"/>
                <a:cs typeface="微软雅黑"/>
              </a:rPr>
              <a:t>EEVDF 移植与 QoS 调度验证</a:t>
            </a:r>
            <a:endParaRPr sz="2800">
              <a:solidFill>
                <a:srgbClr val="08A8F6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92100518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圆角矩形 26">
            <a:extLst xmlns:a="http://schemas.openxmlformats.org/drawingml/2006/main">
              <a:ext uri="{FF2B5EF4-FFF2-40B4-BE49-F238E27FC236}">
                <a16:creationId xmlns:a16="http://schemas.microsoft.com/office/drawing/2014/main" id="{7843B0BC-23F9-4326-B662-F743F6869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1964" y="2138212"/>
            <a:ext cx="713740" cy="7137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>
            <a:defPPr>
              <a:defRPr>
                <a:latin typeface="微软雅黑"/>
                <a:ea typeface="微软雅黑"/>
                <a:cs typeface="微软雅黑"/>
              </a:defRPr>
            </a:defPPr>
            <a:lvl1pPr>
              <a:defRPr>
                <a:latin typeface="微软雅黑"/>
                <a:ea typeface="微软雅黑"/>
                <a:cs typeface="微软雅黑"/>
              </a:defRPr>
            </a:lvl1pPr>
            <a:lvl2pPr>
              <a:defRPr>
                <a:latin typeface="微软雅黑"/>
                <a:ea typeface="微软雅黑"/>
                <a:cs typeface="微软雅黑"/>
              </a:defRPr>
            </a:lvl2pPr>
            <a:lvl3pPr>
              <a:defRPr>
                <a:latin typeface="微软雅黑"/>
                <a:ea typeface="微软雅黑"/>
                <a:cs typeface="微软雅黑"/>
              </a:defRPr>
            </a:lvl3pPr>
            <a:lvl4pPr>
              <a:defRPr>
                <a:latin typeface="微软雅黑"/>
                <a:ea typeface="微软雅黑"/>
                <a:cs typeface="微软雅黑"/>
              </a:defRPr>
            </a:lvl4pPr>
            <a:lvl5pPr>
              <a:defRPr>
                <a:latin typeface="微软雅黑"/>
                <a:ea typeface="微软雅黑"/>
                <a:cs typeface="微软雅黑"/>
              </a:defRPr>
            </a:lvl5pPr>
            <a:lvl6pPr>
              <a:defRPr>
                <a:latin typeface="微软雅黑"/>
                <a:ea typeface="微软雅黑"/>
                <a:cs typeface="微软雅黑"/>
              </a:defRPr>
            </a:lvl6pPr>
            <a:lvl7pPr>
              <a:defRPr>
                <a:latin typeface="微软雅黑"/>
                <a:ea typeface="微软雅黑"/>
                <a:cs typeface="微软雅黑"/>
              </a:defRPr>
            </a:lvl7pPr>
            <a:lvl8pPr>
              <a:defRPr>
                <a:latin typeface="微软雅黑"/>
                <a:ea typeface="微软雅黑"/>
                <a:cs typeface="微软雅黑"/>
              </a:defRPr>
            </a:lvl8pPr>
            <a:lvl9pPr>
              <a:defRPr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ctr">
              <a:buNone/>
              <a:defRPr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chemeClr val="tx2"/>
                </a:solidFill>
                <a:latin typeface="微软雅黑"/>
                <a:ea typeface="微软雅黑"/>
                <a:cs typeface="微软雅黑"/>
              </a:rPr>
              <a:t>01</a:t>
            </a:r>
            <a:endParaRPr/>
          </a:p>
        </p:txBody>
      </p:sp>
      <p:sp>
        <p:nvSpPr>
          <p:cNvPr id="7" name="圆角矩形 27">
            <a:extLst xmlns:a="http://schemas.openxmlformats.org/drawingml/2006/main">
              <a:ext uri="{FF2B5EF4-FFF2-40B4-BE49-F238E27FC236}">
                <a16:creationId xmlns:a16="http://schemas.microsoft.com/office/drawing/2014/main" id="{CA39EE7E-8DC6-4AB9-B4FE-E36BBDCBF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5244" y="3076107"/>
            <a:ext cx="6855091" cy="7137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rgbClr val="00B0F0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360000" anchor="ctr"/>
          <a:lstStyle xmlns:a="http://schemas.openxmlformats.org/drawingml/2006/main">
            <a:defPPr>
              <a:defRPr>
                <a:latin typeface="微软雅黑"/>
                <a:ea typeface="微软雅黑"/>
                <a:cs typeface="微软雅黑"/>
              </a:defRPr>
            </a:defPPr>
            <a:lvl1pPr>
              <a:defRPr>
                <a:latin typeface="微软雅黑"/>
                <a:ea typeface="微软雅黑"/>
                <a:cs typeface="微软雅黑"/>
              </a:defRPr>
            </a:lvl1pPr>
            <a:lvl2pPr>
              <a:defRPr>
                <a:latin typeface="微软雅黑"/>
                <a:ea typeface="微软雅黑"/>
                <a:cs typeface="微软雅黑"/>
              </a:defRPr>
            </a:lvl2pPr>
            <a:lvl3pPr>
              <a:defRPr>
                <a:latin typeface="微软雅黑"/>
                <a:ea typeface="微软雅黑"/>
                <a:cs typeface="微软雅黑"/>
              </a:defRPr>
            </a:lvl3pPr>
            <a:lvl4pPr>
              <a:defRPr>
                <a:latin typeface="微软雅黑"/>
                <a:ea typeface="微软雅黑"/>
                <a:cs typeface="微软雅黑"/>
              </a:defRPr>
            </a:lvl4pPr>
            <a:lvl5pPr>
              <a:defRPr>
                <a:latin typeface="微软雅黑"/>
                <a:ea typeface="微软雅黑"/>
                <a:cs typeface="微软雅黑"/>
              </a:defRPr>
            </a:lvl5pPr>
            <a:lvl6pPr>
              <a:defRPr>
                <a:latin typeface="微软雅黑"/>
                <a:ea typeface="微软雅黑"/>
                <a:cs typeface="微软雅黑"/>
              </a:defRPr>
            </a:lvl6pPr>
            <a:lvl7pPr>
              <a:defRPr>
                <a:latin typeface="微软雅黑"/>
                <a:ea typeface="微软雅黑"/>
                <a:cs typeface="微软雅黑"/>
              </a:defRPr>
            </a:lvl7pPr>
            <a:lvl8pPr>
              <a:defRPr>
                <a:latin typeface="微软雅黑"/>
                <a:ea typeface="微软雅黑"/>
                <a:cs typeface="微软雅黑"/>
              </a:defRPr>
            </a:lvl8pPr>
            <a:lvl9pPr>
              <a:defRPr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>
                <a:latin typeface="微软雅黑"/>
                <a:ea typeface="微软雅黑"/>
                <a:cs typeface="微软雅黑"/>
              </a:defRPr>
            </a:pPr>
            <a:r>
              <a:rPr sz="2400" b="1">
                <a:ln>
                  <a:noFill/>
                </a:ln>
                <a:solidFill>
                  <a:schemeClr val="tx2"/>
                </a:solidFill>
                <a:latin typeface="微软雅黑"/>
                <a:ea typeface="微软雅黑"/>
                <a:cs typeface="微软雅黑"/>
              </a:rPr>
              <a:t>移植与正确性验证</a:t>
            </a:r>
            <a:endParaRPr/>
          </a:p>
        </p:txBody>
      </p:sp>
      <p:sp>
        <p:nvSpPr>
          <p:cNvPr id="8" name="圆角矩形 28">
            <a:extLst xmlns:a="http://schemas.openxmlformats.org/drawingml/2006/main">
              <a:ext uri="{FF2B5EF4-FFF2-40B4-BE49-F238E27FC236}">
                <a16:creationId xmlns:a16="http://schemas.microsoft.com/office/drawing/2014/main" id="{18FA212C-1086-4081-AFC7-EB2DEE6DA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4344" y="3063407"/>
            <a:ext cx="713740" cy="7137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>
            <a:defPPr>
              <a:defRPr>
                <a:latin typeface="微软雅黑"/>
                <a:ea typeface="微软雅黑"/>
                <a:cs typeface="微软雅黑"/>
              </a:defRPr>
            </a:defPPr>
            <a:lvl1pPr>
              <a:defRPr>
                <a:latin typeface="微软雅黑"/>
                <a:ea typeface="微软雅黑"/>
                <a:cs typeface="微软雅黑"/>
              </a:defRPr>
            </a:lvl1pPr>
            <a:lvl2pPr>
              <a:defRPr>
                <a:latin typeface="微软雅黑"/>
                <a:ea typeface="微软雅黑"/>
                <a:cs typeface="微软雅黑"/>
              </a:defRPr>
            </a:lvl2pPr>
            <a:lvl3pPr>
              <a:defRPr>
                <a:latin typeface="微软雅黑"/>
                <a:ea typeface="微软雅黑"/>
                <a:cs typeface="微软雅黑"/>
              </a:defRPr>
            </a:lvl3pPr>
            <a:lvl4pPr>
              <a:defRPr>
                <a:latin typeface="微软雅黑"/>
                <a:ea typeface="微软雅黑"/>
                <a:cs typeface="微软雅黑"/>
              </a:defRPr>
            </a:lvl4pPr>
            <a:lvl5pPr>
              <a:defRPr>
                <a:latin typeface="微软雅黑"/>
                <a:ea typeface="微软雅黑"/>
                <a:cs typeface="微软雅黑"/>
              </a:defRPr>
            </a:lvl5pPr>
            <a:lvl6pPr>
              <a:defRPr>
                <a:latin typeface="微软雅黑"/>
                <a:ea typeface="微软雅黑"/>
                <a:cs typeface="微软雅黑"/>
              </a:defRPr>
            </a:lvl6pPr>
            <a:lvl7pPr>
              <a:defRPr>
                <a:latin typeface="微软雅黑"/>
                <a:ea typeface="微软雅黑"/>
                <a:cs typeface="微软雅黑"/>
              </a:defRPr>
            </a:lvl7pPr>
            <a:lvl8pPr>
              <a:defRPr>
                <a:latin typeface="微软雅黑"/>
                <a:ea typeface="微软雅黑"/>
                <a:cs typeface="微软雅黑"/>
              </a:defRPr>
            </a:lvl8pPr>
            <a:lvl9pPr>
              <a:defRPr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ctr">
              <a:buNone/>
              <a:defRPr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chemeClr val="tx2"/>
                </a:solidFill>
                <a:latin typeface="微软雅黑"/>
                <a:ea typeface="微软雅黑"/>
                <a:cs typeface="微软雅黑"/>
              </a:rPr>
              <a:t>02</a:t>
            </a:r>
            <a:endParaRPr/>
          </a:p>
        </p:txBody>
      </p:sp>
      <p:sp>
        <p:nvSpPr>
          <p:cNvPr id="9" name="圆角矩形 29">
            <a:extLst xmlns:a="http://schemas.openxmlformats.org/drawingml/2006/main">
              <a:ext uri="{FF2B5EF4-FFF2-40B4-BE49-F238E27FC236}">
                <a16:creationId xmlns:a16="http://schemas.microsoft.com/office/drawing/2014/main" id="{EDAF608E-D58D-47EB-AD1F-8B3678456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5244" y="4001302"/>
            <a:ext cx="6855091" cy="7137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rgbClr val="00B0F0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360000" anchor="ctr"/>
          <a:lstStyle xmlns:a="http://schemas.openxmlformats.org/drawingml/2006/main">
            <a:defPPr>
              <a:defRPr>
                <a:latin typeface="微软雅黑"/>
                <a:ea typeface="微软雅黑"/>
                <a:cs typeface="微软雅黑"/>
              </a:defRPr>
            </a:defPPr>
            <a:lvl1pPr>
              <a:defRPr>
                <a:latin typeface="微软雅黑"/>
                <a:ea typeface="微软雅黑"/>
                <a:cs typeface="微软雅黑"/>
              </a:defRPr>
            </a:lvl1pPr>
            <a:lvl2pPr>
              <a:defRPr>
                <a:latin typeface="微软雅黑"/>
                <a:ea typeface="微软雅黑"/>
                <a:cs typeface="微软雅黑"/>
              </a:defRPr>
            </a:lvl2pPr>
            <a:lvl3pPr>
              <a:defRPr>
                <a:latin typeface="微软雅黑"/>
                <a:ea typeface="微软雅黑"/>
                <a:cs typeface="微软雅黑"/>
              </a:defRPr>
            </a:lvl3pPr>
            <a:lvl4pPr>
              <a:defRPr>
                <a:latin typeface="微软雅黑"/>
                <a:ea typeface="微软雅黑"/>
                <a:cs typeface="微软雅黑"/>
              </a:defRPr>
            </a:lvl4pPr>
            <a:lvl5pPr>
              <a:defRPr>
                <a:latin typeface="微软雅黑"/>
                <a:ea typeface="微软雅黑"/>
                <a:cs typeface="微软雅黑"/>
              </a:defRPr>
            </a:lvl5pPr>
            <a:lvl6pPr>
              <a:defRPr>
                <a:latin typeface="微软雅黑"/>
                <a:ea typeface="微软雅黑"/>
                <a:cs typeface="微软雅黑"/>
              </a:defRPr>
            </a:lvl6pPr>
            <a:lvl7pPr>
              <a:defRPr>
                <a:latin typeface="微软雅黑"/>
                <a:ea typeface="微软雅黑"/>
                <a:cs typeface="微软雅黑"/>
              </a:defRPr>
            </a:lvl7pPr>
            <a:lvl8pPr>
              <a:defRPr>
                <a:latin typeface="微软雅黑"/>
                <a:ea typeface="微软雅黑"/>
                <a:cs typeface="微软雅黑"/>
              </a:defRPr>
            </a:lvl8pPr>
            <a:lvl9pPr>
              <a:defRPr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>
                <a:latin typeface="微软雅黑"/>
                <a:ea typeface="微软雅黑"/>
                <a:cs typeface="微软雅黑"/>
              </a:defRPr>
            </a:pPr>
            <a:r>
              <a:rPr sz="2400" b="1">
                <a:ln>
                  <a:noFill/>
                </a:ln>
                <a:solidFill>
                  <a:schemeClr val="tx2"/>
                </a:solidFill>
                <a:latin typeface="微软雅黑"/>
                <a:ea typeface="微软雅黑"/>
                <a:cs typeface="微软雅黑"/>
              </a:rPr>
              <a:t>性能对照与交付边界</a:t>
            </a:r>
            <a:endParaRPr sz="2400" b="1">
              <a:ln>
                <a:noFill/>
              </a:ln>
              <a:solidFill>
                <a:schemeClr val="tx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圆角矩形 30">
            <a:extLst xmlns:a="http://schemas.openxmlformats.org/drawingml/2006/main">
              <a:ext uri="{FF2B5EF4-FFF2-40B4-BE49-F238E27FC236}">
                <a16:creationId xmlns:a16="http://schemas.microsoft.com/office/drawing/2014/main" id="{4B60D876-5AEA-4E76-812D-5F5E73B97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4344" y="3988602"/>
            <a:ext cx="713740" cy="7137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>
            <a:defPPr>
              <a:defRPr>
                <a:latin typeface="微软雅黑"/>
                <a:ea typeface="微软雅黑"/>
                <a:cs typeface="微软雅黑"/>
              </a:defRPr>
            </a:defPPr>
            <a:lvl1pPr>
              <a:defRPr>
                <a:latin typeface="微软雅黑"/>
                <a:ea typeface="微软雅黑"/>
                <a:cs typeface="微软雅黑"/>
              </a:defRPr>
            </a:lvl1pPr>
            <a:lvl2pPr>
              <a:defRPr>
                <a:latin typeface="微软雅黑"/>
                <a:ea typeface="微软雅黑"/>
                <a:cs typeface="微软雅黑"/>
              </a:defRPr>
            </a:lvl2pPr>
            <a:lvl3pPr>
              <a:defRPr>
                <a:latin typeface="微软雅黑"/>
                <a:ea typeface="微软雅黑"/>
                <a:cs typeface="微软雅黑"/>
              </a:defRPr>
            </a:lvl3pPr>
            <a:lvl4pPr>
              <a:defRPr>
                <a:latin typeface="微软雅黑"/>
                <a:ea typeface="微软雅黑"/>
                <a:cs typeface="微软雅黑"/>
              </a:defRPr>
            </a:lvl4pPr>
            <a:lvl5pPr>
              <a:defRPr>
                <a:latin typeface="微软雅黑"/>
                <a:ea typeface="微软雅黑"/>
                <a:cs typeface="微软雅黑"/>
              </a:defRPr>
            </a:lvl5pPr>
            <a:lvl6pPr>
              <a:defRPr>
                <a:latin typeface="微软雅黑"/>
                <a:ea typeface="微软雅黑"/>
                <a:cs typeface="微软雅黑"/>
              </a:defRPr>
            </a:lvl6pPr>
            <a:lvl7pPr>
              <a:defRPr>
                <a:latin typeface="微软雅黑"/>
                <a:ea typeface="微软雅黑"/>
                <a:cs typeface="微软雅黑"/>
              </a:defRPr>
            </a:lvl7pPr>
            <a:lvl8pPr>
              <a:defRPr>
                <a:latin typeface="微软雅黑"/>
                <a:ea typeface="微软雅黑"/>
                <a:cs typeface="微软雅黑"/>
              </a:defRPr>
            </a:lvl8pPr>
            <a:lvl9pPr>
              <a:defRPr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ctr">
              <a:buNone/>
              <a:defRPr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chemeClr val="tx2"/>
                </a:solidFill>
                <a:latin typeface="微软雅黑"/>
                <a:ea typeface="微软雅黑"/>
                <a:cs typeface="微软雅黑"/>
              </a:rPr>
              <a:t>03</a:t>
            </a:r>
            <a:endParaRPr/>
          </a:p>
        </p:txBody>
      </p:sp>
      <p:sp>
        <p:nvSpPr>
          <p:cNvPr id="11" name="圆角矩形 44">
            <a:extLst xmlns:a="http://schemas.openxmlformats.org/drawingml/2006/main">
              <a:ext uri="{FF2B5EF4-FFF2-40B4-BE49-F238E27FC236}">
                <a16:creationId xmlns:a16="http://schemas.microsoft.com/office/drawing/2014/main" id="{A5A50ABD-2E90-45D1-AB4A-D3CB30016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7944" y="2138212"/>
            <a:ext cx="6855091" cy="7137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rgbClr val="00B0F0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360000" anchor="ctr"/>
          <a:lstStyle xmlns:a="http://schemas.openxmlformats.org/drawingml/2006/main">
            <a:defPPr>
              <a:defRPr>
                <a:latin typeface="微软雅黑"/>
                <a:ea typeface="微软雅黑"/>
                <a:cs typeface="微软雅黑"/>
              </a:defRPr>
            </a:defPPr>
            <a:lvl1pPr>
              <a:defRPr>
                <a:latin typeface="微软雅黑"/>
                <a:ea typeface="微软雅黑"/>
                <a:cs typeface="微软雅黑"/>
              </a:defRPr>
            </a:lvl1pPr>
            <a:lvl2pPr>
              <a:defRPr>
                <a:latin typeface="微软雅黑"/>
                <a:ea typeface="微软雅黑"/>
                <a:cs typeface="微软雅黑"/>
              </a:defRPr>
            </a:lvl2pPr>
            <a:lvl3pPr>
              <a:defRPr>
                <a:latin typeface="微软雅黑"/>
                <a:ea typeface="微软雅黑"/>
                <a:cs typeface="微软雅黑"/>
              </a:defRPr>
            </a:lvl3pPr>
            <a:lvl4pPr>
              <a:defRPr>
                <a:latin typeface="微软雅黑"/>
                <a:ea typeface="微软雅黑"/>
                <a:cs typeface="微软雅黑"/>
              </a:defRPr>
            </a:lvl4pPr>
            <a:lvl5pPr>
              <a:defRPr>
                <a:latin typeface="微软雅黑"/>
                <a:ea typeface="微软雅黑"/>
                <a:cs typeface="微软雅黑"/>
              </a:defRPr>
            </a:lvl5pPr>
            <a:lvl6pPr>
              <a:defRPr>
                <a:latin typeface="微软雅黑"/>
                <a:ea typeface="微软雅黑"/>
                <a:cs typeface="微软雅黑"/>
              </a:defRPr>
            </a:lvl6pPr>
            <a:lvl7pPr>
              <a:defRPr>
                <a:latin typeface="微软雅黑"/>
                <a:ea typeface="微软雅黑"/>
                <a:cs typeface="微软雅黑"/>
              </a:defRPr>
            </a:lvl7pPr>
            <a:lvl8pPr>
              <a:defRPr>
                <a:latin typeface="微软雅黑"/>
                <a:ea typeface="微软雅黑"/>
                <a:cs typeface="微软雅黑"/>
              </a:defRPr>
            </a:lvl8pPr>
            <a:lvl9pPr>
              <a:defRPr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chemeClr val="tx2"/>
                </a:solidFill>
                <a:latin typeface="微软雅黑"/>
                <a:ea typeface="微软雅黑"/>
                <a:cs typeface="微软雅黑"/>
              </a:rPr>
              <a:t>需求与调度机制</a:t>
            </a:r>
            <a:endParaRPr/>
          </a:p>
        </p:txBody>
      </p:sp>
      <p:sp>
        <p:nvSpPr>
          <p:cNvPr id="12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928C5705-0CB5-4F89-B914-D5E3BEC8E3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defPPr>
              <a:defRPr>
                <a:latin typeface="微软雅黑"/>
                <a:ea typeface="微软雅黑"/>
                <a:cs typeface="微软雅黑"/>
              </a:defRPr>
            </a:defPPr>
            <a:lvl1pPr>
              <a:defRPr>
                <a:latin typeface="微软雅黑"/>
                <a:ea typeface="微软雅黑"/>
                <a:cs typeface="微软雅黑"/>
              </a:defRPr>
            </a:lvl1pPr>
            <a:lvl2pPr>
              <a:defRPr>
                <a:latin typeface="微软雅黑"/>
                <a:ea typeface="微软雅黑"/>
                <a:cs typeface="微软雅黑"/>
              </a:defRPr>
            </a:lvl2pPr>
            <a:lvl3pPr>
              <a:defRPr>
                <a:latin typeface="微软雅黑"/>
                <a:ea typeface="微软雅黑"/>
                <a:cs typeface="微软雅黑"/>
              </a:defRPr>
            </a:lvl3pPr>
            <a:lvl4pPr>
              <a:defRPr>
                <a:latin typeface="微软雅黑"/>
                <a:ea typeface="微软雅黑"/>
                <a:cs typeface="微软雅黑"/>
              </a:defRPr>
            </a:lvl4pPr>
            <a:lvl5pPr>
              <a:defRPr>
                <a:latin typeface="微软雅黑"/>
                <a:ea typeface="微软雅黑"/>
                <a:cs typeface="微软雅黑"/>
              </a:defRPr>
            </a:lvl5pPr>
            <a:lvl6pPr>
              <a:defRPr>
                <a:latin typeface="微软雅黑"/>
                <a:ea typeface="微软雅黑"/>
                <a:cs typeface="微软雅黑"/>
              </a:defRPr>
            </a:lvl6pPr>
            <a:lvl7pPr>
              <a:defRPr>
                <a:latin typeface="微软雅黑"/>
                <a:ea typeface="微软雅黑"/>
                <a:cs typeface="微软雅黑"/>
              </a:defRPr>
            </a:lvl7pPr>
            <a:lvl8pPr>
              <a:defRPr>
                <a:latin typeface="微软雅黑"/>
                <a:ea typeface="微软雅黑"/>
                <a:cs typeface="微软雅黑"/>
              </a:defRPr>
            </a:lvl8pPr>
            <a:lvl9pPr>
              <a:defRPr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>
              <a:buNone/>
              <a:defRPr>
                <a:latin typeface="微软雅黑"/>
                <a:ea typeface="微软雅黑"/>
                <a:cs typeface="微软雅黑"/>
              </a:defRPr>
            </a:pPr>
            <a:fld id="{49AE70B2-8BF9-45C0-BB95-33D1B9D3A854}" type="slidenum">
              <a:rPr>
                <a:latin typeface="微软雅黑"/>
                <a:ea typeface="微软雅黑"/>
                <a:cs typeface="微软雅黑"/>
              </a:rPr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1520747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灯片编号占位符 1">
            <a:extLst xmlns:a="http://schemas.openxmlformats.org/drawingml/2006/main">
              <a:ext uri="{FF2B5EF4-FFF2-40B4-BE49-F238E27FC236}">
                <a16:creationId xmlns:a16="http://schemas.microsoft.com/office/drawing/2014/main" id="{8F789D69-6E52-44C3-827E-043C9DB2810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defPPr>
              <a:defRPr>
                <a:latin typeface="微软雅黑"/>
                <a:ea typeface="微软雅黑"/>
                <a:cs typeface="微软雅黑"/>
              </a:defRPr>
            </a:defPPr>
            <a:lvl1pPr>
              <a:defRPr>
                <a:latin typeface="微软雅黑"/>
                <a:ea typeface="微软雅黑"/>
                <a:cs typeface="微软雅黑"/>
              </a:defRPr>
            </a:lvl1pPr>
            <a:lvl2pPr>
              <a:defRPr>
                <a:latin typeface="微软雅黑"/>
                <a:ea typeface="微软雅黑"/>
                <a:cs typeface="微软雅黑"/>
              </a:defRPr>
            </a:lvl2pPr>
            <a:lvl3pPr>
              <a:defRPr>
                <a:latin typeface="微软雅黑"/>
                <a:ea typeface="微软雅黑"/>
                <a:cs typeface="微软雅黑"/>
              </a:defRPr>
            </a:lvl3pPr>
            <a:lvl4pPr>
              <a:defRPr>
                <a:latin typeface="微软雅黑"/>
                <a:ea typeface="微软雅黑"/>
                <a:cs typeface="微软雅黑"/>
              </a:defRPr>
            </a:lvl4pPr>
            <a:lvl5pPr>
              <a:defRPr>
                <a:latin typeface="微软雅黑"/>
                <a:ea typeface="微软雅黑"/>
                <a:cs typeface="微软雅黑"/>
              </a:defRPr>
            </a:lvl5pPr>
            <a:lvl6pPr>
              <a:defRPr>
                <a:latin typeface="微软雅黑"/>
                <a:ea typeface="微软雅黑"/>
                <a:cs typeface="微软雅黑"/>
              </a:defRPr>
            </a:lvl6pPr>
            <a:lvl7pPr>
              <a:defRPr>
                <a:latin typeface="微软雅黑"/>
                <a:ea typeface="微软雅黑"/>
                <a:cs typeface="微软雅黑"/>
              </a:defRPr>
            </a:lvl7pPr>
            <a:lvl8pPr>
              <a:defRPr>
                <a:latin typeface="微软雅黑"/>
                <a:ea typeface="微软雅黑"/>
                <a:cs typeface="微软雅黑"/>
              </a:defRPr>
            </a:lvl8pPr>
            <a:lvl9pPr>
              <a:defRPr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>
              <a:buNone/>
              <a:defRPr>
                <a:latin typeface="微软雅黑"/>
                <a:ea typeface="微软雅黑"/>
                <a:cs typeface="微软雅黑"/>
              </a:defRPr>
            </a:pPr>
            <a:fld id="{202359C0-8A7A-196E-DD58-8E6569619F09}" type="slidenum">
              <a:rPr>
                <a:latin typeface="微软雅黑"/>
                <a:ea typeface="微软雅黑"/>
                <a:cs typeface="微软雅黑"/>
              </a:rPr>
              <a:t>3</a:t>
            </a:fld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982CBB70-344C-4A33-A6A1-6578020495C1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228600" y="200025"/>
            <a:ext cx="9144000" cy="476250"/>
          </a:xfrm>
        </p:spPr>
        <p:txBody>
          <a:bodyPr xmlns:a="http://schemas.openxmlformats.org/drawingml/2006/main" anchor="ctr"/>
          <a:lstStyle xmlns:a="http://schemas.openxmlformats.org/drawingml/2006/main">
            <a:defPPr>
              <a:defRPr sz="2250">
                <a:latin typeface="微软雅黑"/>
                <a:ea typeface="微软雅黑"/>
                <a:cs typeface="微软雅黑"/>
              </a:defRPr>
            </a:defPPr>
            <a:lvl1pPr>
              <a:defRPr sz="2250">
                <a:latin typeface="微软雅黑"/>
                <a:ea typeface="微软雅黑"/>
                <a:cs typeface="微软雅黑"/>
              </a:defRPr>
            </a:lvl1pPr>
            <a:lvl2pPr>
              <a:defRPr sz="2250">
                <a:latin typeface="微软雅黑"/>
                <a:ea typeface="微软雅黑"/>
                <a:cs typeface="微软雅黑"/>
              </a:defRPr>
            </a:lvl2pPr>
            <a:lvl3pPr>
              <a:defRPr sz="2250">
                <a:latin typeface="微软雅黑"/>
                <a:ea typeface="微软雅黑"/>
                <a:cs typeface="微软雅黑"/>
              </a:defRPr>
            </a:lvl3pPr>
            <a:lvl4pPr>
              <a:defRPr sz="2250">
                <a:latin typeface="微软雅黑"/>
                <a:ea typeface="微软雅黑"/>
                <a:cs typeface="微软雅黑"/>
              </a:defRPr>
            </a:lvl4pPr>
            <a:lvl5pPr>
              <a:defRPr sz="2250">
                <a:latin typeface="微软雅黑"/>
                <a:ea typeface="微软雅黑"/>
                <a:cs typeface="微软雅黑"/>
              </a:defRPr>
            </a:lvl5pPr>
            <a:lvl6pPr>
              <a:defRPr sz="2250">
                <a:latin typeface="微软雅黑"/>
                <a:ea typeface="微软雅黑"/>
                <a:cs typeface="微软雅黑"/>
              </a:defRPr>
            </a:lvl6pPr>
            <a:lvl7pPr>
              <a:defRPr sz="2250">
                <a:latin typeface="微软雅黑"/>
                <a:ea typeface="微软雅黑"/>
                <a:cs typeface="微软雅黑"/>
              </a:defRPr>
            </a:lvl7pPr>
            <a:lvl8pPr>
              <a:defRPr sz="2250">
                <a:latin typeface="微软雅黑"/>
                <a:ea typeface="微软雅黑"/>
                <a:cs typeface="微软雅黑"/>
              </a:defRPr>
            </a:lvl8pPr>
            <a:lvl9pPr>
              <a:defRPr sz="2250"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>
              <a:buNone/>
              <a:defRPr sz="2250">
                <a:latin typeface="微软雅黑"/>
                <a:ea typeface="微软雅黑"/>
                <a:cs typeface="微软雅黑"/>
              </a:defRPr>
            </a:pPr>
            <a:r>
              <a:rPr sz="2250">
                <a:solidFill>
                  <a:schemeClr val="tx1"/>
                </a:solidFill>
                <a:latin typeface="微软雅黑"/>
                <a:ea typeface="微软雅黑"/>
                <a:cs typeface="微软雅黑"/>
              </a:rPr>
              <a:t>目标是在既有系统中接入新的公平调度机制</a:t>
            </a:r>
            <a:endParaRPr/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5E9C1B-34AE-4459-92F2-180A75237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3830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defPPr>
            <a:lvl1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1pPr>
            <a:lvl2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2pPr>
            <a:lvl3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3pPr>
            <a:lvl4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4pPr>
            <a:lvl5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5pPr>
            <a:lvl6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6pPr>
            <a:lvl7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7pPr>
            <a:lvl8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8pPr>
            <a:lvl9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rPr>
              <a:t>OpenHarmony 5.0.1 使用 Linux 5.10.208，目标平台为 ARM64。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A8F0EF-F21A-4DCB-B055-DF57E0751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0985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defPPr>
            <a:lvl1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1pPr>
            <a:lvl2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2pPr>
            <a:lvl3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3pPr>
            <a:lvl4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4pPr>
            <a:lvl5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5pPr>
            <a:lvl6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6pPr>
            <a:lvl7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7pPr>
            <a:lvl8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8pPr>
            <a:lvl9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rPr>
              <a:t>EEVDF 以资格和虚拟截止期决定实体选择。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AA369E-BD80-48D7-AD08-0D5786798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8140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defPPr>
            <a:lvl1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1pPr>
            <a:lvl2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2pPr>
            <a:lvl3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3pPr>
            <a:lvl4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4pPr>
            <a:lvl5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5pPr>
            <a:lvl6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6pPr>
            <a:lvl7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7pPr>
            <a:lvl8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8pPr>
            <a:lvl9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rPr>
              <a:t>已有 QoS 字段提供等级，新增适配使其控制请求长度。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7BDA57-823C-46BD-96FF-56685FCC2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5295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defPPr>
            <a:lvl1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1pPr>
            <a:lvl2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2pPr>
            <a:lvl3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3pPr>
            <a:lvl4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4pPr>
            <a:lvl5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5pPr>
            <a:lvl6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6pPr>
            <a:lvl7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7pPr>
            <a:lvl8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8pPr>
            <a:lvl9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rPr>
              <a:t>验收分为机制正确性和性能评价，分别给出证据。</a:t>
            </a:r>
          </a:p>
        </p:txBody>
      </p:sp>
    </p:spTree>
    <p:extLst>
      <p:ext uri="{BB962C8B-B14F-4D97-AF65-F5344CB8AC3E}">
        <p14:creationId xmlns:p14="http://schemas.microsoft.com/office/powerpoint/2010/main" val="97144481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灯片编号占位符 1">
            <a:extLst xmlns:a="http://schemas.openxmlformats.org/drawingml/2006/main">
              <a:ext uri="{FF2B5EF4-FFF2-40B4-BE49-F238E27FC236}">
                <a16:creationId xmlns:a16="http://schemas.microsoft.com/office/drawing/2014/main" id="{E2C2C407-F143-4792-B10D-57B498E547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defPPr>
              <a:defRPr>
                <a:latin typeface="微软雅黑"/>
                <a:ea typeface="微软雅黑"/>
                <a:cs typeface="微软雅黑"/>
              </a:defRPr>
            </a:defPPr>
            <a:lvl1pPr>
              <a:defRPr>
                <a:latin typeface="微软雅黑"/>
                <a:ea typeface="微软雅黑"/>
                <a:cs typeface="微软雅黑"/>
              </a:defRPr>
            </a:lvl1pPr>
            <a:lvl2pPr>
              <a:defRPr>
                <a:latin typeface="微软雅黑"/>
                <a:ea typeface="微软雅黑"/>
                <a:cs typeface="微软雅黑"/>
              </a:defRPr>
            </a:lvl2pPr>
            <a:lvl3pPr>
              <a:defRPr>
                <a:latin typeface="微软雅黑"/>
                <a:ea typeface="微软雅黑"/>
                <a:cs typeface="微软雅黑"/>
              </a:defRPr>
            </a:lvl3pPr>
            <a:lvl4pPr>
              <a:defRPr>
                <a:latin typeface="微软雅黑"/>
                <a:ea typeface="微软雅黑"/>
                <a:cs typeface="微软雅黑"/>
              </a:defRPr>
            </a:lvl4pPr>
            <a:lvl5pPr>
              <a:defRPr>
                <a:latin typeface="微软雅黑"/>
                <a:ea typeface="微软雅黑"/>
                <a:cs typeface="微软雅黑"/>
              </a:defRPr>
            </a:lvl5pPr>
            <a:lvl6pPr>
              <a:defRPr>
                <a:latin typeface="微软雅黑"/>
                <a:ea typeface="微软雅黑"/>
                <a:cs typeface="微软雅黑"/>
              </a:defRPr>
            </a:lvl6pPr>
            <a:lvl7pPr>
              <a:defRPr>
                <a:latin typeface="微软雅黑"/>
                <a:ea typeface="微软雅黑"/>
                <a:cs typeface="微软雅黑"/>
              </a:defRPr>
            </a:lvl7pPr>
            <a:lvl8pPr>
              <a:defRPr>
                <a:latin typeface="微软雅黑"/>
                <a:ea typeface="微软雅黑"/>
                <a:cs typeface="微软雅黑"/>
              </a:defRPr>
            </a:lvl8pPr>
            <a:lvl9pPr>
              <a:defRPr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>
              <a:buNone/>
              <a:defRPr>
                <a:latin typeface="微软雅黑"/>
                <a:ea typeface="微软雅黑"/>
                <a:cs typeface="微软雅黑"/>
              </a:defRPr>
            </a:pPr>
            <a:fld id="{EFD6AB9A-5F9E-5F59-51AB-3C8734130965}" type="slidenum">
              <a:rPr>
                <a:latin typeface="微软雅黑"/>
                <a:ea typeface="微软雅黑"/>
                <a:cs typeface="微软雅黑"/>
              </a:rPr>
              <a:t>4</a:t>
            </a:fld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6A48A7F4-90A8-4717-A679-9B84619941F7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228600" y="200025"/>
            <a:ext cx="9144000" cy="476250"/>
          </a:xfrm>
        </p:spPr>
        <p:txBody>
          <a:bodyPr xmlns:a="http://schemas.openxmlformats.org/drawingml/2006/main" anchor="ctr"/>
          <a:lstStyle xmlns:a="http://schemas.openxmlformats.org/drawingml/2006/main">
            <a:defPPr>
              <a:defRPr sz="2250">
                <a:latin typeface="微软雅黑"/>
                <a:ea typeface="微软雅黑"/>
                <a:cs typeface="微软雅黑"/>
              </a:defRPr>
            </a:defPPr>
            <a:lvl1pPr>
              <a:defRPr sz="2250">
                <a:latin typeface="微软雅黑"/>
                <a:ea typeface="微软雅黑"/>
                <a:cs typeface="微软雅黑"/>
              </a:defRPr>
            </a:lvl1pPr>
            <a:lvl2pPr>
              <a:defRPr sz="2250">
                <a:latin typeface="微软雅黑"/>
                <a:ea typeface="微软雅黑"/>
                <a:cs typeface="微软雅黑"/>
              </a:defRPr>
            </a:lvl2pPr>
            <a:lvl3pPr>
              <a:defRPr sz="2250">
                <a:latin typeface="微软雅黑"/>
                <a:ea typeface="微软雅黑"/>
                <a:cs typeface="微软雅黑"/>
              </a:defRPr>
            </a:lvl3pPr>
            <a:lvl4pPr>
              <a:defRPr sz="2250">
                <a:latin typeface="微软雅黑"/>
                <a:ea typeface="微软雅黑"/>
                <a:cs typeface="微软雅黑"/>
              </a:defRPr>
            </a:lvl4pPr>
            <a:lvl5pPr>
              <a:defRPr sz="2250">
                <a:latin typeface="微软雅黑"/>
                <a:ea typeface="微软雅黑"/>
                <a:cs typeface="微软雅黑"/>
              </a:defRPr>
            </a:lvl5pPr>
            <a:lvl6pPr>
              <a:defRPr sz="2250">
                <a:latin typeface="微软雅黑"/>
                <a:ea typeface="微软雅黑"/>
                <a:cs typeface="微软雅黑"/>
              </a:defRPr>
            </a:lvl6pPr>
            <a:lvl7pPr>
              <a:defRPr sz="2250">
                <a:latin typeface="微软雅黑"/>
                <a:ea typeface="微软雅黑"/>
                <a:cs typeface="微软雅黑"/>
              </a:defRPr>
            </a:lvl7pPr>
            <a:lvl8pPr>
              <a:defRPr sz="2250">
                <a:latin typeface="微软雅黑"/>
                <a:ea typeface="微软雅黑"/>
                <a:cs typeface="微软雅黑"/>
              </a:defRPr>
            </a:lvl8pPr>
            <a:lvl9pPr>
              <a:defRPr sz="2250"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>
              <a:buNone/>
              <a:defRPr sz="2250">
                <a:latin typeface="微软雅黑"/>
                <a:ea typeface="微软雅黑"/>
                <a:cs typeface="微软雅黑"/>
              </a:defRPr>
            </a:pPr>
            <a:r>
              <a:rPr sz="2250">
                <a:solidFill>
                  <a:schemeClr val="tx1"/>
                </a:solidFill>
                <a:latin typeface="微软雅黑"/>
                <a:ea typeface="微软雅黑"/>
                <a:cs typeface="微软雅黑"/>
              </a:rPr>
              <a:t>短请求生效的前提是任务具备运行资格</a:t>
            </a:r>
            <a:endParaRPr/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AF006D-1DB9-42D1-A384-5D14890B3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3830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defPPr>
            <a:lvl1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1pPr>
            <a:lvl2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2pPr>
            <a:lvl3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3pPr>
            <a:lvl4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4pPr>
            <a:lvl5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5pPr>
            <a:lvl6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6pPr>
            <a:lvl7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7pPr>
            <a:lvl8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8pPr>
            <a:lvl9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rPr>
              <a:t>V 表示队列的平均虚拟时间，v 表示实体虚拟运行时间。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77988E-6598-4F87-A062-F26DAB5AA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0985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defPPr>
            <a:lvl1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1pPr>
            <a:lvl2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2pPr>
            <a:lvl3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3pPr>
            <a:lvl4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4pPr>
            <a:lvl5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5pPr>
            <a:lvl6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6pPr>
            <a:lvl7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7pPr>
            <a:lvl8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8pPr>
            <a:lvl9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rPr>
              <a:t>lag 反映实体已获服务与应获份额之间的差异。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C1F606-E689-4C1F-9CF0-9781DE363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8140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defPPr>
            <a:lvl1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1pPr>
            <a:lvl2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2pPr>
            <a:lvl3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3pPr>
            <a:lvl4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4pPr>
            <a:lvl5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5pPr>
            <a:lvl6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6pPr>
            <a:lvl7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7pPr>
            <a:lvl8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8pPr>
            <a:lvl9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rPr>
              <a:t>调度器从 eligible 实体中选择最早虚拟 deadline。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64583A-DC64-4AC5-BC95-BA02277A3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5295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defPPr>
            <a:lvl1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1pPr>
            <a:lvl2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2pPr>
            <a:lvl3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3pPr>
            <a:lvl4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4pPr>
            <a:lvl5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5pPr>
            <a:lvl6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6pPr>
            <a:lvl7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7pPr>
            <a:lvl8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8pPr>
            <a:lvl9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rPr>
              <a:t>nice 控制权重，slice 控制请求粒度，两者承担不同作用。</a:t>
            </a:r>
          </a:p>
        </p:txBody>
      </p:sp>
    </p:spTree>
    <p:extLst>
      <p:ext uri="{BB962C8B-B14F-4D97-AF65-F5344CB8AC3E}">
        <p14:creationId xmlns:p14="http://schemas.microsoft.com/office/powerpoint/2010/main" val="12140522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灯片编号占位符 1">
            <a:extLst xmlns:a="http://schemas.openxmlformats.org/drawingml/2006/main">
              <a:ext uri="{FF2B5EF4-FFF2-40B4-BE49-F238E27FC236}">
                <a16:creationId xmlns:a16="http://schemas.microsoft.com/office/drawing/2014/main" id="{0E2B999A-7420-4499-AB0D-3E4CD804A3C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defPPr>
              <a:defRPr>
                <a:latin typeface="微软雅黑"/>
                <a:ea typeface="微软雅黑"/>
                <a:cs typeface="微软雅黑"/>
              </a:defRPr>
            </a:defPPr>
            <a:lvl1pPr>
              <a:defRPr>
                <a:latin typeface="微软雅黑"/>
                <a:ea typeface="微软雅黑"/>
                <a:cs typeface="微软雅黑"/>
              </a:defRPr>
            </a:lvl1pPr>
            <a:lvl2pPr>
              <a:defRPr>
                <a:latin typeface="微软雅黑"/>
                <a:ea typeface="微软雅黑"/>
                <a:cs typeface="微软雅黑"/>
              </a:defRPr>
            </a:lvl2pPr>
            <a:lvl3pPr>
              <a:defRPr>
                <a:latin typeface="微软雅黑"/>
                <a:ea typeface="微软雅黑"/>
                <a:cs typeface="微软雅黑"/>
              </a:defRPr>
            </a:lvl3pPr>
            <a:lvl4pPr>
              <a:defRPr>
                <a:latin typeface="微软雅黑"/>
                <a:ea typeface="微软雅黑"/>
                <a:cs typeface="微软雅黑"/>
              </a:defRPr>
            </a:lvl4pPr>
            <a:lvl5pPr>
              <a:defRPr>
                <a:latin typeface="微软雅黑"/>
                <a:ea typeface="微软雅黑"/>
                <a:cs typeface="微软雅黑"/>
              </a:defRPr>
            </a:lvl5pPr>
            <a:lvl6pPr>
              <a:defRPr>
                <a:latin typeface="微软雅黑"/>
                <a:ea typeface="微软雅黑"/>
                <a:cs typeface="微软雅黑"/>
              </a:defRPr>
            </a:lvl6pPr>
            <a:lvl7pPr>
              <a:defRPr>
                <a:latin typeface="微软雅黑"/>
                <a:ea typeface="微软雅黑"/>
                <a:cs typeface="微软雅黑"/>
              </a:defRPr>
            </a:lvl7pPr>
            <a:lvl8pPr>
              <a:defRPr>
                <a:latin typeface="微软雅黑"/>
                <a:ea typeface="微软雅黑"/>
                <a:cs typeface="微软雅黑"/>
              </a:defRPr>
            </a:lvl8pPr>
            <a:lvl9pPr>
              <a:defRPr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>
              <a:buNone/>
              <a:defRPr>
                <a:latin typeface="微软雅黑"/>
                <a:ea typeface="微软雅黑"/>
                <a:cs typeface="微软雅黑"/>
              </a:defRPr>
            </a:pPr>
            <a:fld id="{EE5B3003-2C54-13C6-9832-7637201064DE}" type="slidenum">
              <a:rPr>
                <a:latin typeface="微软雅黑"/>
                <a:ea typeface="微软雅黑"/>
                <a:cs typeface="微软雅黑"/>
              </a:rPr>
              <a:t>5</a:t>
            </a:fld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360F7F98-4FE6-48DB-BCC5-3FAE27F32C76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228600" y="200025"/>
            <a:ext cx="9144000" cy="476250"/>
          </a:xfrm>
        </p:spPr>
        <p:txBody>
          <a:bodyPr xmlns:a="http://schemas.openxmlformats.org/drawingml/2006/main" anchor="ctr"/>
          <a:lstStyle xmlns:a="http://schemas.openxmlformats.org/drawingml/2006/main">
            <a:defPPr>
              <a:defRPr sz="2250">
                <a:latin typeface="微软雅黑"/>
                <a:ea typeface="微软雅黑"/>
                <a:cs typeface="微软雅黑"/>
              </a:defRPr>
            </a:defPPr>
            <a:lvl1pPr>
              <a:defRPr sz="2250">
                <a:latin typeface="微软雅黑"/>
                <a:ea typeface="微软雅黑"/>
                <a:cs typeface="微软雅黑"/>
              </a:defRPr>
            </a:lvl1pPr>
            <a:lvl2pPr>
              <a:defRPr sz="2250">
                <a:latin typeface="微软雅黑"/>
                <a:ea typeface="微软雅黑"/>
                <a:cs typeface="微软雅黑"/>
              </a:defRPr>
            </a:lvl2pPr>
            <a:lvl3pPr>
              <a:defRPr sz="2250">
                <a:latin typeface="微软雅黑"/>
                <a:ea typeface="微软雅黑"/>
                <a:cs typeface="微软雅黑"/>
              </a:defRPr>
            </a:lvl3pPr>
            <a:lvl4pPr>
              <a:defRPr sz="2250">
                <a:latin typeface="微软雅黑"/>
                <a:ea typeface="微软雅黑"/>
                <a:cs typeface="微软雅黑"/>
              </a:defRPr>
            </a:lvl4pPr>
            <a:lvl5pPr>
              <a:defRPr sz="2250">
                <a:latin typeface="微软雅黑"/>
                <a:ea typeface="微软雅黑"/>
                <a:cs typeface="微软雅黑"/>
              </a:defRPr>
            </a:lvl5pPr>
            <a:lvl6pPr>
              <a:defRPr sz="2250">
                <a:latin typeface="微软雅黑"/>
                <a:ea typeface="微软雅黑"/>
                <a:cs typeface="微软雅黑"/>
              </a:defRPr>
            </a:lvl6pPr>
            <a:lvl7pPr>
              <a:defRPr sz="2250">
                <a:latin typeface="微软雅黑"/>
                <a:ea typeface="微软雅黑"/>
                <a:cs typeface="微软雅黑"/>
              </a:defRPr>
            </a:lvl7pPr>
            <a:lvl8pPr>
              <a:defRPr sz="2250">
                <a:latin typeface="微软雅黑"/>
                <a:ea typeface="微软雅黑"/>
                <a:cs typeface="微软雅黑"/>
              </a:defRPr>
            </a:lvl8pPr>
            <a:lvl9pPr>
              <a:defRPr sz="2250"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>
              <a:buNone/>
              <a:defRPr sz="2250">
                <a:latin typeface="微软雅黑"/>
                <a:ea typeface="微软雅黑"/>
                <a:cs typeface="微软雅黑"/>
              </a:defRPr>
            </a:pPr>
            <a:r>
              <a:rPr sz="2250">
                <a:solidFill>
                  <a:schemeClr val="tx1"/>
                </a:solidFill>
                <a:latin typeface="微软雅黑"/>
                <a:ea typeface="微软雅黑"/>
                <a:cs typeface="微软雅黑"/>
              </a:rPr>
              <a:t>QoS 等级映射为 1 至 14 ms 请求</a:t>
            </a:r>
            <a:endParaRPr/>
          </a:p>
        </p:txBody>
      </p:sp>
      <p:graphicFrame>
        <p:nvGraphicFrame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766785-A878-4AF2-A412-096FB5B5E91B}"/>
              </a:ext>
            </a:extLst>
          </p:cNvPr>
          <p:cNvGraphicFramePr/>
          <p:nvPr/>
        </p:nvGraphicFramePr>
        <p:xfrm>
          <a:off xmlns:a="http://schemas.openxmlformats.org/drawingml/2006/main" x="723900" y="1657350"/>
          <a:ext xmlns:a="http://schemas.openxmlformats.org/drawingml/2006/main" cx="10744200" cy="4095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95500"/>
                <a:gridCol w="5810250"/>
                <a:gridCol w="2838450"/>
              </a:tblGrid>
              <a:tr h="511969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62B3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QoS 等级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7"/>
                      </a:solidFill>
                      <a:prstDash val="solid"/>
                    </a:lnL>
                    <a:lnR w="9525">
                      <a:solidFill>
                        <a:srgbClr val="D9E1E7"/>
                      </a:solidFill>
                      <a:prstDash val="solid"/>
                    </a:lnR>
                    <a:lnT w="9525">
                      <a:solidFill>
                        <a:srgbClr val="D9E1E7"/>
                      </a:solidFill>
                      <a:prstDash val="solid"/>
                    </a:lnT>
                    <a:lnB w="9525">
                      <a:solidFill>
                        <a:srgbClr val="D9E1E7"/>
                      </a:solidFill>
                      <a:prstDash val="solid"/>
                    </a:lnB>
                    <a:solidFill>
                      <a:srgbClr val="E3F5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62B3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含义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7"/>
                      </a:solidFill>
                      <a:prstDash val="solid"/>
                    </a:lnR>
                    <a:lnT w="9525">
                      <a:solidFill>
                        <a:srgbClr val="D9E1E7"/>
                      </a:solidFill>
                      <a:prstDash val="solid"/>
                    </a:lnT>
                    <a:lnB w="9525">
                      <a:solidFill>
                        <a:srgbClr val="D9E1E7"/>
                      </a:solidFill>
                      <a:prstDash val="solid"/>
                    </a:lnB>
                    <a:solidFill>
                      <a:srgbClr val="E3F5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62B3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slice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7"/>
                      </a:solidFill>
                      <a:prstDash val="solid"/>
                    </a:lnR>
                    <a:lnT w="9525">
                      <a:solidFill>
                        <a:srgbClr val="D9E1E7"/>
                      </a:solidFill>
                      <a:prstDash val="solid"/>
                    </a:lnT>
                    <a:lnB w="9525">
                      <a:solidFill>
                        <a:srgbClr val="D9E1E7"/>
                      </a:solidFill>
                      <a:prstDash val="solid"/>
                    </a:lnB>
                    <a:solidFill>
                      <a:srgbClr val="E3F5FD"/>
                    </a:solidFill>
                  </a:tcPr>
                </a:tc>
              </a:tr>
              <a:tr h="511969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62B3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7"/>
                      </a:solidFill>
                      <a:prstDash val="solid"/>
                    </a:lnL>
                    <a:lnR w="9525">
                      <a:solidFill>
                        <a:srgbClr val="D9E1E7"/>
                      </a:solidFill>
                      <a:prstDash val="solid"/>
                    </a:lnR>
                    <a:lnB w="9525">
                      <a:solidFill>
                        <a:srgbClr val="D9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62B3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BACKGROUND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7"/>
                      </a:solidFill>
                      <a:prstDash val="solid"/>
                    </a:lnR>
                    <a:lnB w="9525">
                      <a:solidFill>
                        <a:srgbClr val="D9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62B3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14 ms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7"/>
                      </a:solidFill>
                      <a:prstDash val="solid"/>
                    </a:lnR>
                    <a:lnB w="9525">
                      <a:solidFill>
                        <a:srgbClr val="D9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1969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62B3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7"/>
                      </a:solidFill>
                      <a:prstDash val="solid"/>
                    </a:lnL>
                    <a:lnR w="9525">
                      <a:solidFill>
                        <a:srgbClr val="D9E1E7"/>
                      </a:solidFill>
                      <a:prstDash val="solid"/>
                    </a:lnR>
                    <a:lnB w="9525">
                      <a:solidFill>
                        <a:srgbClr val="D9E1E7"/>
                      </a:solidFill>
                      <a:prstDash val="solid"/>
                    </a:lnB>
                    <a:solidFill>
                      <a:srgbClr val="F1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62B3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UTILITY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7"/>
                      </a:solidFill>
                      <a:prstDash val="solid"/>
                    </a:lnR>
                    <a:lnB w="9525">
                      <a:solidFill>
                        <a:srgbClr val="D9E1E7"/>
                      </a:solidFill>
                      <a:prstDash val="solid"/>
                    </a:lnB>
                    <a:solidFill>
                      <a:srgbClr val="F1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62B3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 ms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7"/>
                      </a:solidFill>
                      <a:prstDash val="solid"/>
                    </a:lnR>
                    <a:lnB w="9525">
                      <a:solidFill>
                        <a:srgbClr val="D9E1E7"/>
                      </a:solidFill>
                      <a:prstDash val="solid"/>
                    </a:lnB>
                    <a:solidFill>
                      <a:srgbClr val="F1F8FB"/>
                    </a:solidFill>
                  </a:tcPr>
                </a:tc>
              </a:tr>
              <a:tr h="511969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62B3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7"/>
                      </a:solidFill>
                      <a:prstDash val="solid"/>
                    </a:lnL>
                    <a:lnR w="9525">
                      <a:solidFill>
                        <a:srgbClr val="D9E1E7"/>
                      </a:solidFill>
                      <a:prstDash val="solid"/>
                    </a:lnR>
                    <a:lnB w="9525">
                      <a:solidFill>
                        <a:srgbClr val="D9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62B3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DEFAULT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7"/>
                      </a:solidFill>
                      <a:prstDash val="solid"/>
                    </a:lnR>
                    <a:lnB w="9525">
                      <a:solidFill>
                        <a:srgbClr val="D9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62B3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 ms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7"/>
                      </a:solidFill>
                      <a:prstDash val="solid"/>
                    </a:lnR>
                    <a:lnB w="9525">
                      <a:solidFill>
                        <a:srgbClr val="D9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1969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62B3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7"/>
                      </a:solidFill>
                      <a:prstDash val="solid"/>
                    </a:lnL>
                    <a:lnR w="9525">
                      <a:solidFill>
                        <a:srgbClr val="D9E1E7"/>
                      </a:solidFill>
                      <a:prstDash val="solid"/>
                    </a:lnR>
                    <a:lnB w="9525">
                      <a:solidFill>
                        <a:srgbClr val="D9E1E7"/>
                      </a:solidFill>
                      <a:prstDash val="solid"/>
                    </a:lnB>
                    <a:solidFill>
                      <a:srgbClr val="F1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62B3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USER_INITIATED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7"/>
                      </a:solidFill>
                      <a:prstDash val="solid"/>
                    </a:lnR>
                    <a:lnB w="9525">
                      <a:solidFill>
                        <a:srgbClr val="D9E1E7"/>
                      </a:solidFill>
                      <a:prstDash val="solid"/>
                    </a:lnB>
                    <a:solidFill>
                      <a:srgbClr val="F1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62B3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 ms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7"/>
                      </a:solidFill>
                      <a:prstDash val="solid"/>
                    </a:lnR>
                    <a:lnB w="9525">
                      <a:solidFill>
                        <a:srgbClr val="D9E1E7"/>
                      </a:solidFill>
                      <a:prstDash val="solid"/>
                    </a:lnB>
                    <a:solidFill>
                      <a:srgbClr val="F1F8FB"/>
                    </a:solidFill>
                  </a:tcPr>
                </a:tc>
              </a:tr>
              <a:tr h="511969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62B3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7"/>
                      </a:solidFill>
                      <a:prstDash val="solid"/>
                    </a:lnL>
                    <a:lnR w="9525">
                      <a:solidFill>
                        <a:srgbClr val="D9E1E7"/>
                      </a:solidFill>
                      <a:prstDash val="solid"/>
                    </a:lnR>
                    <a:lnB w="9525">
                      <a:solidFill>
                        <a:srgbClr val="D9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62B3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DEADLINE_REQUEST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7"/>
                      </a:solidFill>
                      <a:prstDash val="solid"/>
                    </a:lnR>
                    <a:lnB w="9525">
                      <a:solidFill>
                        <a:srgbClr val="D9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62B3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1.5 ms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7"/>
                      </a:solidFill>
                      <a:prstDash val="solid"/>
                    </a:lnR>
                    <a:lnB w="9525">
                      <a:solidFill>
                        <a:srgbClr val="D9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1969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62B3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7"/>
                      </a:solidFill>
                      <a:prstDash val="solid"/>
                    </a:lnL>
                    <a:lnR w="9525">
                      <a:solidFill>
                        <a:srgbClr val="D9E1E7"/>
                      </a:solidFill>
                      <a:prstDash val="solid"/>
                    </a:lnR>
                    <a:lnB w="9525">
                      <a:solidFill>
                        <a:srgbClr val="D9E1E7"/>
                      </a:solidFill>
                      <a:prstDash val="solid"/>
                    </a:lnB>
                    <a:solidFill>
                      <a:srgbClr val="F1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62B3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USER_INTERACTIVE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7"/>
                      </a:solidFill>
                      <a:prstDash val="solid"/>
                    </a:lnR>
                    <a:lnB w="9525">
                      <a:solidFill>
                        <a:srgbClr val="D9E1E7"/>
                      </a:solidFill>
                      <a:prstDash val="solid"/>
                    </a:lnB>
                    <a:solidFill>
                      <a:srgbClr val="F1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62B3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 ms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7"/>
                      </a:solidFill>
                      <a:prstDash val="solid"/>
                    </a:lnR>
                    <a:lnB w="9525">
                      <a:solidFill>
                        <a:srgbClr val="D9E1E7"/>
                      </a:solidFill>
                      <a:prstDash val="solid"/>
                    </a:lnB>
                    <a:solidFill>
                      <a:srgbClr val="F1F8FB"/>
                    </a:solidFill>
                  </a:tcPr>
                </a:tc>
              </a:tr>
              <a:tr h="511969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62B3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7"/>
                      </a:solidFill>
                      <a:prstDash val="solid"/>
                    </a:lnL>
                    <a:lnR w="9525">
                      <a:solidFill>
                        <a:srgbClr val="D9E1E7"/>
                      </a:solidFill>
                      <a:prstDash val="solid"/>
                    </a:lnR>
                    <a:lnB w="9525">
                      <a:solidFill>
                        <a:srgbClr val="D9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62B3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KEY_BACKGROUND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7"/>
                      </a:solidFill>
                      <a:prstDash val="solid"/>
                    </a:lnR>
                    <a:lnB w="9525">
                      <a:solidFill>
                        <a:srgbClr val="D9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62B3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 ms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7"/>
                      </a:solidFill>
                      <a:prstDash val="solid"/>
                    </a:lnR>
                    <a:lnB w="9525">
                      <a:solidFill>
                        <a:srgbClr val="D9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2A0C80-B0AF-4E1B-A510-0509DFDEF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24550"/>
            <a:ext cx="10744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26271"/>
                </a:solidFill>
                <a:latin typeface="微软雅黑"/>
                <a:ea typeface="微软雅黑"/>
                <a:cs typeface="微软雅黑"/>
              </a:defRPr>
            </a:defPPr>
            <a:lvl1pPr>
              <a:defRPr sz="1800" b="0">
                <a:solidFill>
                  <a:srgbClr val="526271"/>
                </a:solidFill>
                <a:latin typeface="微软雅黑"/>
                <a:ea typeface="微软雅黑"/>
                <a:cs typeface="微软雅黑"/>
              </a:defRPr>
            </a:lvl1pPr>
            <a:lvl2pPr>
              <a:defRPr sz="1800" b="0">
                <a:solidFill>
                  <a:srgbClr val="526271"/>
                </a:solidFill>
                <a:latin typeface="微软雅黑"/>
                <a:ea typeface="微软雅黑"/>
                <a:cs typeface="微软雅黑"/>
              </a:defRPr>
            </a:lvl2pPr>
            <a:lvl3pPr>
              <a:defRPr sz="1800" b="0">
                <a:solidFill>
                  <a:srgbClr val="526271"/>
                </a:solidFill>
                <a:latin typeface="微软雅黑"/>
                <a:ea typeface="微软雅黑"/>
                <a:cs typeface="微软雅黑"/>
              </a:defRPr>
            </a:lvl3pPr>
            <a:lvl4pPr>
              <a:defRPr sz="1800" b="0">
                <a:solidFill>
                  <a:srgbClr val="526271"/>
                </a:solidFill>
                <a:latin typeface="微软雅黑"/>
                <a:ea typeface="微软雅黑"/>
                <a:cs typeface="微软雅黑"/>
              </a:defRPr>
            </a:lvl4pPr>
            <a:lvl5pPr>
              <a:defRPr sz="1800" b="0">
                <a:solidFill>
                  <a:srgbClr val="526271"/>
                </a:solidFill>
                <a:latin typeface="微软雅黑"/>
                <a:ea typeface="微软雅黑"/>
                <a:cs typeface="微软雅黑"/>
              </a:defRPr>
            </a:lvl5pPr>
            <a:lvl6pPr>
              <a:defRPr sz="1800" b="0">
                <a:solidFill>
                  <a:srgbClr val="526271"/>
                </a:solidFill>
                <a:latin typeface="微软雅黑"/>
                <a:ea typeface="微软雅黑"/>
                <a:cs typeface="微软雅黑"/>
              </a:defRPr>
            </a:lvl6pPr>
            <a:lvl7pPr>
              <a:defRPr sz="1800" b="0">
                <a:solidFill>
                  <a:srgbClr val="526271"/>
                </a:solidFill>
                <a:latin typeface="微软雅黑"/>
                <a:ea typeface="微软雅黑"/>
                <a:cs typeface="微软雅黑"/>
              </a:defRPr>
            </a:lvl7pPr>
            <a:lvl8pPr>
              <a:defRPr sz="1800" b="0">
                <a:solidFill>
                  <a:srgbClr val="526271"/>
                </a:solidFill>
                <a:latin typeface="微软雅黑"/>
                <a:ea typeface="微软雅黑"/>
                <a:cs typeface="微软雅黑"/>
              </a:defRPr>
            </a:lvl8pPr>
            <a:lvl9pPr>
              <a:defRPr sz="1800" b="0">
                <a:solidFill>
                  <a:srgbClr val="526271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26271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526271"/>
                </a:solidFill>
                <a:latin typeface="微软雅黑"/>
                <a:ea typeface="微软雅黑"/>
                <a:cs typeface="微软雅黑"/>
              </a:rPr>
              <a:t>无效等级使用默认粒度。运行时开关可单独关闭映射。</a:t>
            </a:r>
          </a:p>
        </p:txBody>
      </p:sp>
    </p:spTree>
    <p:extLst>
      <p:ext uri="{BB962C8B-B14F-4D97-AF65-F5344CB8AC3E}">
        <p14:creationId xmlns:p14="http://schemas.microsoft.com/office/powerpoint/2010/main" val="6176876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灯片编号占位符 1">
            <a:extLst xmlns:a="http://schemas.openxmlformats.org/drawingml/2006/main">
              <a:ext uri="{FF2B5EF4-FFF2-40B4-BE49-F238E27FC236}">
                <a16:creationId xmlns:a16="http://schemas.microsoft.com/office/drawing/2014/main" id="{DC30EE2E-0707-4C7A-8F8E-8882D36098A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defPPr>
              <a:defRPr>
                <a:latin typeface="微软雅黑"/>
                <a:ea typeface="微软雅黑"/>
                <a:cs typeface="微软雅黑"/>
              </a:defRPr>
            </a:defPPr>
            <a:lvl1pPr>
              <a:defRPr>
                <a:latin typeface="微软雅黑"/>
                <a:ea typeface="微软雅黑"/>
                <a:cs typeface="微软雅黑"/>
              </a:defRPr>
            </a:lvl1pPr>
            <a:lvl2pPr>
              <a:defRPr>
                <a:latin typeface="微软雅黑"/>
                <a:ea typeface="微软雅黑"/>
                <a:cs typeface="微软雅黑"/>
              </a:defRPr>
            </a:lvl2pPr>
            <a:lvl3pPr>
              <a:defRPr>
                <a:latin typeface="微软雅黑"/>
                <a:ea typeface="微软雅黑"/>
                <a:cs typeface="微软雅黑"/>
              </a:defRPr>
            </a:lvl3pPr>
            <a:lvl4pPr>
              <a:defRPr>
                <a:latin typeface="微软雅黑"/>
                <a:ea typeface="微软雅黑"/>
                <a:cs typeface="微软雅黑"/>
              </a:defRPr>
            </a:lvl4pPr>
            <a:lvl5pPr>
              <a:defRPr>
                <a:latin typeface="微软雅黑"/>
                <a:ea typeface="微软雅黑"/>
                <a:cs typeface="微软雅黑"/>
              </a:defRPr>
            </a:lvl5pPr>
            <a:lvl6pPr>
              <a:defRPr>
                <a:latin typeface="微软雅黑"/>
                <a:ea typeface="微软雅黑"/>
                <a:cs typeface="微软雅黑"/>
              </a:defRPr>
            </a:lvl6pPr>
            <a:lvl7pPr>
              <a:defRPr>
                <a:latin typeface="微软雅黑"/>
                <a:ea typeface="微软雅黑"/>
                <a:cs typeface="微软雅黑"/>
              </a:defRPr>
            </a:lvl7pPr>
            <a:lvl8pPr>
              <a:defRPr>
                <a:latin typeface="微软雅黑"/>
                <a:ea typeface="微软雅黑"/>
                <a:cs typeface="微软雅黑"/>
              </a:defRPr>
            </a:lvl8pPr>
            <a:lvl9pPr>
              <a:defRPr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>
              <a:buNone/>
              <a:defRPr>
                <a:latin typeface="微软雅黑"/>
                <a:ea typeface="微软雅黑"/>
                <a:cs typeface="微软雅黑"/>
              </a:defRPr>
            </a:pPr>
            <a:fld id="{8C630A04-5A25-9E0C-9436-126091DB86B3}" type="slidenum">
              <a:rPr>
                <a:latin typeface="微软雅黑"/>
                <a:ea typeface="微软雅黑"/>
                <a:cs typeface="微软雅黑"/>
              </a:rPr>
              <a:t>6</a:t>
            </a:fld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75B849FF-176F-4E9D-AAED-8928CE22E89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228600" y="200025"/>
            <a:ext cx="9144000" cy="476250"/>
          </a:xfrm>
        </p:spPr>
        <p:txBody>
          <a:bodyPr xmlns:a="http://schemas.openxmlformats.org/drawingml/2006/main" anchor="ctr"/>
          <a:lstStyle xmlns:a="http://schemas.openxmlformats.org/drawingml/2006/main">
            <a:defPPr>
              <a:defRPr sz="2250">
                <a:latin typeface="微软雅黑"/>
                <a:ea typeface="微软雅黑"/>
                <a:cs typeface="微软雅黑"/>
              </a:defRPr>
            </a:defPPr>
            <a:lvl1pPr>
              <a:defRPr sz="2250">
                <a:latin typeface="微软雅黑"/>
                <a:ea typeface="微软雅黑"/>
                <a:cs typeface="微软雅黑"/>
              </a:defRPr>
            </a:lvl1pPr>
            <a:lvl2pPr>
              <a:defRPr sz="2250">
                <a:latin typeface="微软雅黑"/>
                <a:ea typeface="微软雅黑"/>
                <a:cs typeface="微软雅黑"/>
              </a:defRPr>
            </a:lvl2pPr>
            <a:lvl3pPr>
              <a:defRPr sz="2250">
                <a:latin typeface="微软雅黑"/>
                <a:ea typeface="微软雅黑"/>
                <a:cs typeface="微软雅黑"/>
              </a:defRPr>
            </a:lvl3pPr>
            <a:lvl4pPr>
              <a:defRPr sz="2250">
                <a:latin typeface="微软雅黑"/>
                <a:ea typeface="微软雅黑"/>
                <a:cs typeface="微软雅黑"/>
              </a:defRPr>
            </a:lvl4pPr>
            <a:lvl5pPr>
              <a:defRPr sz="2250">
                <a:latin typeface="微软雅黑"/>
                <a:ea typeface="微软雅黑"/>
                <a:cs typeface="微软雅黑"/>
              </a:defRPr>
            </a:lvl5pPr>
            <a:lvl6pPr>
              <a:defRPr sz="2250">
                <a:latin typeface="微软雅黑"/>
                <a:ea typeface="微软雅黑"/>
                <a:cs typeface="微软雅黑"/>
              </a:defRPr>
            </a:lvl6pPr>
            <a:lvl7pPr>
              <a:defRPr sz="2250">
                <a:latin typeface="微软雅黑"/>
                <a:ea typeface="微软雅黑"/>
                <a:cs typeface="微软雅黑"/>
              </a:defRPr>
            </a:lvl7pPr>
            <a:lvl8pPr>
              <a:defRPr sz="2250">
                <a:latin typeface="微软雅黑"/>
                <a:ea typeface="微软雅黑"/>
                <a:cs typeface="微软雅黑"/>
              </a:defRPr>
            </a:lvl8pPr>
            <a:lvl9pPr>
              <a:defRPr sz="2250"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>
              <a:buNone/>
              <a:defRPr sz="2250">
                <a:latin typeface="微软雅黑"/>
                <a:ea typeface="微软雅黑"/>
                <a:cs typeface="微软雅黑"/>
              </a:defRPr>
            </a:pPr>
            <a:r>
              <a:rPr sz="2250">
                <a:solidFill>
                  <a:schemeClr val="tx1"/>
                </a:solidFill>
                <a:latin typeface="微软雅黑"/>
                <a:ea typeface="微软雅黑"/>
                <a:cs typeface="微软雅黑"/>
              </a:rPr>
              <a:t>移植重点在实体生命周期与组调度一致性</a:t>
            </a:r>
            <a:endParaRPr/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C536D6-547E-43E3-9646-544132432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3830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defPPr>
            <a:lvl1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1pPr>
            <a:lvl2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2pPr>
            <a:lvl3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3pPr>
            <a:lvl4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4pPr>
            <a:lvl5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5pPr>
            <a:lvl6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6pPr>
            <a:lvl7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7pPr>
            <a:lvl8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8pPr>
            <a:lvl9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rPr>
              <a:t>增强红黑树维护子树最小 deadline，队列维护加权平均值。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6D00ED-B3FA-4906-B05B-D0387D0BB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0985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defPPr>
            <a:lvl1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1pPr>
            <a:lvl2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2pPr>
            <a:lvl3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3pPr>
            <a:lvl4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4pPr>
            <a:lvl5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5pPr>
            <a:lvl6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6pPr>
            <a:lvl7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7pPr>
            <a:lvl8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8pPr>
            <a:lvl9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rPr>
              <a:t>fork 子任务清零 vlag，避免继承父任务暂存的 deadline。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CD080E-0F83-4F29-B590-DDE3A950A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8140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defPPr>
            <a:lvl1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1pPr>
            <a:lvl2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2pPr>
            <a:lvl3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3pPr>
            <a:lvl4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4pPr>
            <a:lvl5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5pPr>
            <a:lvl6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6pPr>
            <a:lvl7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7pPr>
            <a:lvl8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8pPr>
            <a:lvl9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rPr>
              <a:t>组实体改权重前计算包含自身的 V，按新权重保持 lag。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1C8285-231E-4EB4-BD7A-0CDEA0303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5295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defPPr>
            <a:lvl1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1pPr>
            <a:lvl2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2pPr>
            <a:lvl3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3pPr>
            <a:lvl4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4pPr>
            <a:lvl5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5pPr>
            <a:lvl6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6pPr>
            <a:lvl7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7pPr>
            <a:lvl8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8pPr>
            <a:lvl9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rPr>
              <a:t>同步适配 tick、hrtick 和 yield，修复 QoS-only 构建条件。</a:t>
            </a:r>
          </a:p>
        </p:txBody>
      </p:sp>
    </p:spTree>
    <p:extLst>
      <p:ext uri="{BB962C8B-B14F-4D97-AF65-F5344CB8AC3E}">
        <p14:creationId xmlns:p14="http://schemas.microsoft.com/office/powerpoint/2010/main" val="208616415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灯片编号占位符 1">
            <a:extLst xmlns:a="http://schemas.openxmlformats.org/drawingml/2006/main">
              <a:ext uri="{FF2B5EF4-FFF2-40B4-BE49-F238E27FC236}">
                <a16:creationId xmlns:a16="http://schemas.microsoft.com/office/drawing/2014/main" id="{4B7EC5D1-2339-40B1-9F11-90CD6386DCA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defPPr>
              <a:defRPr>
                <a:latin typeface="微软雅黑"/>
                <a:ea typeface="微软雅黑"/>
                <a:cs typeface="微软雅黑"/>
              </a:defRPr>
            </a:defPPr>
            <a:lvl1pPr>
              <a:defRPr>
                <a:latin typeface="微软雅黑"/>
                <a:ea typeface="微软雅黑"/>
                <a:cs typeface="微软雅黑"/>
              </a:defRPr>
            </a:lvl1pPr>
            <a:lvl2pPr>
              <a:defRPr>
                <a:latin typeface="微软雅黑"/>
                <a:ea typeface="微软雅黑"/>
                <a:cs typeface="微软雅黑"/>
              </a:defRPr>
            </a:lvl2pPr>
            <a:lvl3pPr>
              <a:defRPr>
                <a:latin typeface="微软雅黑"/>
                <a:ea typeface="微软雅黑"/>
                <a:cs typeface="微软雅黑"/>
              </a:defRPr>
            </a:lvl3pPr>
            <a:lvl4pPr>
              <a:defRPr>
                <a:latin typeface="微软雅黑"/>
                <a:ea typeface="微软雅黑"/>
                <a:cs typeface="微软雅黑"/>
              </a:defRPr>
            </a:lvl4pPr>
            <a:lvl5pPr>
              <a:defRPr>
                <a:latin typeface="微软雅黑"/>
                <a:ea typeface="微软雅黑"/>
                <a:cs typeface="微软雅黑"/>
              </a:defRPr>
            </a:lvl5pPr>
            <a:lvl6pPr>
              <a:defRPr>
                <a:latin typeface="微软雅黑"/>
                <a:ea typeface="微软雅黑"/>
                <a:cs typeface="微软雅黑"/>
              </a:defRPr>
            </a:lvl6pPr>
            <a:lvl7pPr>
              <a:defRPr>
                <a:latin typeface="微软雅黑"/>
                <a:ea typeface="微软雅黑"/>
                <a:cs typeface="微软雅黑"/>
              </a:defRPr>
            </a:lvl7pPr>
            <a:lvl8pPr>
              <a:defRPr>
                <a:latin typeface="微软雅黑"/>
                <a:ea typeface="微软雅黑"/>
                <a:cs typeface="微软雅黑"/>
              </a:defRPr>
            </a:lvl8pPr>
            <a:lvl9pPr>
              <a:defRPr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>
              <a:buNone/>
              <a:defRPr>
                <a:latin typeface="微软雅黑"/>
                <a:ea typeface="微软雅黑"/>
                <a:cs typeface="微软雅黑"/>
              </a:defRPr>
            </a:pPr>
            <a:fld id="{D3D7D1C8-AE23-AA48-DF65-C742588DBE47}" type="slidenum">
              <a:rPr>
                <a:latin typeface="微软雅黑"/>
                <a:ea typeface="微软雅黑"/>
                <a:cs typeface="微软雅黑"/>
              </a:rPr>
              <a:t>7</a:t>
            </a:fld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70CACCFE-AE80-424D-86A6-5A8D9B87629B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228600" y="200025"/>
            <a:ext cx="9144000" cy="476250"/>
          </a:xfrm>
        </p:spPr>
        <p:txBody>
          <a:bodyPr xmlns:a="http://schemas.openxmlformats.org/drawingml/2006/main" anchor="ctr"/>
          <a:lstStyle xmlns:a="http://schemas.openxmlformats.org/drawingml/2006/main">
            <a:defPPr>
              <a:defRPr sz="2250">
                <a:latin typeface="微软雅黑"/>
                <a:ea typeface="微软雅黑"/>
                <a:cs typeface="微软雅黑"/>
              </a:defRPr>
            </a:defPPr>
            <a:lvl1pPr>
              <a:defRPr sz="2250">
                <a:latin typeface="微软雅黑"/>
                <a:ea typeface="微软雅黑"/>
                <a:cs typeface="微软雅黑"/>
              </a:defRPr>
            </a:lvl1pPr>
            <a:lvl2pPr>
              <a:defRPr sz="2250">
                <a:latin typeface="微软雅黑"/>
                <a:ea typeface="微软雅黑"/>
                <a:cs typeface="微软雅黑"/>
              </a:defRPr>
            </a:lvl2pPr>
            <a:lvl3pPr>
              <a:defRPr sz="2250">
                <a:latin typeface="微软雅黑"/>
                <a:ea typeface="微软雅黑"/>
                <a:cs typeface="微软雅黑"/>
              </a:defRPr>
            </a:lvl3pPr>
            <a:lvl4pPr>
              <a:defRPr sz="2250">
                <a:latin typeface="微软雅黑"/>
                <a:ea typeface="微软雅黑"/>
                <a:cs typeface="微软雅黑"/>
              </a:defRPr>
            </a:lvl4pPr>
            <a:lvl5pPr>
              <a:defRPr sz="2250">
                <a:latin typeface="微软雅黑"/>
                <a:ea typeface="微软雅黑"/>
                <a:cs typeface="微软雅黑"/>
              </a:defRPr>
            </a:lvl5pPr>
            <a:lvl6pPr>
              <a:defRPr sz="2250">
                <a:latin typeface="微软雅黑"/>
                <a:ea typeface="微软雅黑"/>
                <a:cs typeface="微软雅黑"/>
              </a:defRPr>
            </a:lvl6pPr>
            <a:lvl7pPr>
              <a:defRPr sz="2250">
                <a:latin typeface="微软雅黑"/>
                <a:ea typeface="微软雅黑"/>
                <a:cs typeface="微软雅黑"/>
              </a:defRPr>
            </a:lvl7pPr>
            <a:lvl8pPr>
              <a:defRPr sz="2250">
                <a:latin typeface="微软雅黑"/>
                <a:ea typeface="微软雅黑"/>
                <a:cs typeface="微软雅黑"/>
              </a:defRPr>
            </a:lvl8pPr>
            <a:lvl9pPr>
              <a:defRPr sz="2250"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>
              <a:buNone/>
              <a:defRPr sz="2250">
                <a:latin typeface="微软雅黑"/>
                <a:ea typeface="微软雅黑"/>
                <a:cs typeface="微软雅黑"/>
              </a:defRPr>
            </a:pPr>
            <a:r>
              <a:rPr sz="2250">
                <a:solidFill>
                  <a:schemeClr val="tx1"/>
                </a:solidFill>
                <a:latin typeface="微软雅黑"/>
                <a:ea typeface="微软雅黑"/>
                <a:cs typeface="微软雅黑"/>
              </a:rPr>
              <a:t>四项机制检查在本次复测中通过</a:t>
            </a:r>
            <a:endParaRPr/>
          </a:p>
        </p:txBody>
      </p:sp>
      <p:graphicFrame>
        <p:nvGraphicFrame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CCDF55-6407-4EB5-A2B3-A2618C4D419D}"/>
              </a:ext>
            </a:extLst>
          </p:cNvPr>
          <p:cNvGraphicFramePr/>
          <p:nvPr/>
        </p:nvGraphicFramePr>
        <p:xfrm>
          <a:off xmlns:a="http://schemas.openxmlformats.org/drawingml/2006/main" x="723900" y="1752600"/>
          <a:ext xmlns:a="http://schemas.openxmlformats.org/drawingml/2006/main" cx="10744200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33750"/>
                <a:gridCol w="7410450"/>
              </a:tblGrid>
              <a:tr h="68580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62B3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检查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7"/>
                      </a:solidFill>
                      <a:prstDash val="solid"/>
                    </a:lnL>
                    <a:lnR w="9525">
                      <a:solidFill>
                        <a:srgbClr val="D9E1E7"/>
                      </a:solidFill>
                      <a:prstDash val="solid"/>
                    </a:lnR>
                    <a:lnT w="9525">
                      <a:solidFill>
                        <a:srgbClr val="D9E1E7"/>
                      </a:solidFill>
                      <a:prstDash val="solid"/>
                    </a:lnT>
                    <a:lnB w="9525">
                      <a:solidFill>
                        <a:srgbClr val="D9E1E7"/>
                      </a:solidFill>
                      <a:prstDash val="solid"/>
                    </a:lnB>
                    <a:solidFill>
                      <a:srgbClr val="E3F5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62B3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本次结果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7"/>
                      </a:solidFill>
                      <a:prstDash val="solid"/>
                    </a:lnR>
                    <a:lnT w="9525">
                      <a:solidFill>
                        <a:srgbClr val="D9E1E7"/>
                      </a:solidFill>
                      <a:prstDash val="solid"/>
                    </a:lnT>
                    <a:lnB w="9525">
                      <a:solidFill>
                        <a:srgbClr val="D9E1E7"/>
                      </a:solidFill>
                      <a:prstDash val="solid"/>
                    </a:lnB>
                    <a:solidFill>
                      <a:srgbClr val="E3F5FD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62B3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QoS 开关对照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7"/>
                      </a:solidFill>
                      <a:prstDash val="solid"/>
                    </a:lnL>
                    <a:lnR w="9525">
                      <a:solidFill>
                        <a:srgbClr val="D9E1E7"/>
                      </a:solidFill>
                      <a:prstDash val="solid"/>
                    </a:lnR>
                    <a:lnB w="9525">
                      <a:solidFill>
                        <a:srgbClr val="D9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62B3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选中比例 1.00 变为 4.25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7"/>
                      </a:solidFill>
                      <a:prstDash val="solid"/>
                    </a:lnR>
                    <a:lnB w="9525">
                      <a:solidFill>
                        <a:srgbClr val="D9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62B3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fork 16 次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7"/>
                      </a:solidFill>
                      <a:prstDash val="solid"/>
                    </a:lnL>
                    <a:lnR w="9525">
                      <a:solidFill>
                        <a:srgbClr val="D9E1E7"/>
                      </a:solidFill>
                      <a:prstDash val="solid"/>
                    </a:lnR>
                    <a:lnB w="9525">
                      <a:solidFill>
                        <a:srgbClr val="D9E1E7"/>
                      </a:solidFill>
                      <a:prstDash val="solid"/>
                    </a:lnB>
                    <a:solidFill>
                      <a:srgbClr val="F1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62B3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子任务最大 lag 2.67 ms，低于 20 ms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7"/>
                      </a:solidFill>
                      <a:prstDash val="solid"/>
                    </a:lnR>
                    <a:lnB w="9525">
                      <a:solidFill>
                        <a:srgbClr val="D9E1E7"/>
                      </a:solidFill>
                      <a:prstDash val="solid"/>
                    </a:lnB>
                    <a:solidFill>
                      <a:srgbClr val="F1F8F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62B3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reweight 189 次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7"/>
                      </a:solidFill>
                      <a:prstDash val="solid"/>
                    </a:lnL>
                    <a:lnR w="9525">
                      <a:solidFill>
                        <a:srgbClr val="D9E1E7"/>
                      </a:solidFill>
                      <a:prstDash val="solid"/>
                    </a:lnR>
                    <a:lnB w="9525">
                      <a:solidFill>
                        <a:srgbClr val="D9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62B3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 次越界，最大 V 漂移 8 ns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7"/>
                      </a:solidFill>
                      <a:prstDash val="solid"/>
                    </a:lnR>
                    <a:lnB w="9525">
                      <a:solidFill>
                        <a:srgbClr val="D9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62B3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60 秒全量扫描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7"/>
                      </a:solidFill>
                      <a:prstDash val="solid"/>
                    </a:lnL>
                    <a:lnR w="9525">
                      <a:solidFill>
                        <a:srgbClr val="D9E1E7"/>
                      </a:solidFill>
                      <a:prstDash val="solid"/>
                    </a:lnR>
                    <a:lnB w="9525">
                      <a:solidFill>
                        <a:srgbClr val="D9E1E7"/>
                      </a:solidFill>
                      <a:prstDash val="solid"/>
                    </a:lnB>
                    <a:solidFill>
                      <a:srgbClr val="F1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62B3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2141 次扫描，8600 队列，0 项不一致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7"/>
                      </a:solidFill>
                      <a:prstDash val="solid"/>
                    </a:lnR>
                    <a:lnB w="9525">
                      <a:solidFill>
                        <a:srgbClr val="D9E1E7"/>
                      </a:solidFill>
                      <a:prstDash val="solid"/>
                    </a:lnB>
                    <a:solidFill>
                      <a:srgbClr val="F1F8FB"/>
                    </a:solidFill>
                  </a:tcPr>
                </a:tc>
              </a:tr>
            </a:tbl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8C392F-9A2B-461D-9D74-9EC4C69B9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57850"/>
            <a:ext cx="10744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26271"/>
                </a:solidFill>
                <a:latin typeface="微软雅黑"/>
                <a:ea typeface="微软雅黑"/>
                <a:cs typeface="微软雅黑"/>
              </a:defRPr>
            </a:defPPr>
            <a:lvl1pPr>
              <a:defRPr sz="1800" b="0">
                <a:solidFill>
                  <a:srgbClr val="526271"/>
                </a:solidFill>
                <a:latin typeface="微软雅黑"/>
                <a:ea typeface="微软雅黑"/>
                <a:cs typeface="微软雅黑"/>
              </a:defRPr>
            </a:lvl1pPr>
            <a:lvl2pPr>
              <a:defRPr sz="1800" b="0">
                <a:solidFill>
                  <a:srgbClr val="526271"/>
                </a:solidFill>
                <a:latin typeface="微软雅黑"/>
                <a:ea typeface="微软雅黑"/>
                <a:cs typeface="微软雅黑"/>
              </a:defRPr>
            </a:lvl2pPr>
            <a:lvl3pPr>
              <a:defRPr sz="1800" b="0">
                <a:solidFill>
                  <a:srgbClr val="526271"/>
                </a:solidFill>
                <a:latin typeface="微软雅黑"/>
                <a:ea typeface="微软雅黑"/>
                <a:cs typeface="微软雅黑"/>
              </a:defRPr>
            </a:lvl3pPr>
            <a:lvl4pPr>
              <a:defRPr sz="1800" b="0">
                <a:solidFill>
                  <a:srgbClr val="526271"/>
                </a:solidFill>
                <a:latin typeface="微软雅黑"/>
                <a:ea typeface="微软雅黑"/>
                <a:cs typeface="微软雅黑"/>
              </a:defRPr>
            </a:lvl4pPr>
            <a:lvl5pPr>
              <a:defRPr sz="1800" b="0">
                <a:solidFill>
                  <a:srgbClr val="526271"/>
                </a:solidFill>
                <a:latin typeface="微软雅黑"/>
                <a:ea typeface="微软雅黑"/>
                <a:cs typeface="微软雅黑"/>
              </a:defRPr>
            </a:lvl5pPr>
            <a:lvl6pPr>
              <a:defRPr sz="1800" b="0">
                <a:solidFill>
                  <a:srgbClr val="526271"/>
                </a:solidFill>
                <a:latin typeface="微软雅黑"/>
                <a:ea typeface="微软雅黑"/>
                <a:cs typeface="微软雅黑"/>
              </a:defRPr>
            </a:lvl6pPr>
            <a:lvl7pPr>
              <a:defRPr sz="1800" b="0">
                <a:solidFill>
                  <a:srgbClr val="526271"/>
                </a:solidFill>
                <a:latin typeface="微软雅黑"/>
                <a:ea typeface="微软雅黑"/>
                <a:cs typeface="微软雅黑"/>
              </a:defRPr>
            </a:lvl7pPr>
            <a:lvl8pPr>
              <a:defRPr sz="1800" b="0">
                <a:solidFill>
                  <a:srgbClr val="526271"/>
                </a:solidFill>
                <a:latin typeface="微软雅黑"/>
                <a:ea typeface="微软雅黑"/>
                <a:cs typeface="微软雅黑"/>
              </a:defRPr>
            </a:lvl8pPr>
            <a:lvl9pPr>
              <a:defRPr sz="1800" b="0">
                <a:solidFill>
                  <a:srgbClr val="526271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26271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526271"/>
                </a:solidFill>
                <a:latin typeface="微软雅黑"/>
                <a:ea typeface="微软雅黑"/>
                <a:cs typeface="微软雅黑"/>
              </a:rPr>
              <a:t>历史反证测试能触发 fork 和 reweight 失败，详见开发记录。</a:t>
            </a:r>
          </a:p>
        </p:txBody>
      </p:sp>
    </p:spTree>
    <p:extLst>
      <p:ext uri="{BB962C8B-B14F-4D97-AF65-F5344CB8AC3E}">
        <p14:creationId xmlns:p14="http://schemas.microsoft.com/office/powerpoint/2010/main" val="189404884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灯片编号占位符 1">
            <a:extLst xmlns:a="http://schemas.openxmlformats.org/drawingml/2006/main">
              <a:ext uri="{FF2B5EF4-FFF2-40B4-BE49-F238E27FC236}">
                <a16:creationId xmlns:a16="http://schemas.microsoft.com/office/drawing/2014/main" id="{B6D920D1-6288-490F-A37E-233205EFC1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defPPr>
              <a:defRPr>
                <a:latin typeface="微软雅黑"/>
                <a:ea typeface="微软雅黑"/>
                <a:cs typeface="微软雅黑"/>
              </a:defRPr>
            </a:defPPr>
            <a:lvl1pPr>
              <a:defRPr>
                <a:latin typeface="微软雅黑"/>
                <a:ea typeface="微软雅黑"/>
                <a:cs typeface="微软雅黑"/>
              </a:defRPr>
            </a:lvl1pPr>
            <a:lvl2pPr>
              <a:defRPr>
                <a:latin typeface="微软雅黑"/>
                <a:ea typeface="微软雅黑"/>
                <a:cs typeface="微软雅黑"/>
              </a:defRPr>
            </a:lvl2pPr>
            <a:lvl3pPr>
              <a:defRPr>
                <a:latin typeface="微软雅黑"/>
                <a:ea typeface="微软雅黑"/>
                <a:cs typeface="微软雅黑"/>
              </a:defRPr>
            </a:lvl3pPr>
            <a:lvl4pPr>
              <a:defRPr>
                <a:latin typeface="微软雅黑"/>
                <a:ea typeface="微软雅黑"/>
                <a:cs typeface="微软雅黑"/>
              </a:defRPr>
            </a:lvl4pPr>
            <a:lvl5pPr>
              <a:defRPr>
                <a:latin typeface="微软雅黑"/>
                <a:ea typeface="微软雅黑"/>
                <a:cs typeface="微软雅黑"/>
              </a:defRPr>
            </a:lvl5pPr>
            <a:lvl6pPr>
              <a:defRPr>
                <a:latin typeface="微软雅黑"/>
                <a:ea typeface="微软雅黑"/>
                <a:cs typeface="微软雅黑"/>
              </a:defRPr>
            </a:lvl6pPr>
            <a:lvl7pPr>
              <a:defRPr>
                <a:latin typeface="微软雅黑"/>
                <a:ea typeface="微软雅黑"/>
                <a:cs typeface="微软雅黑"/>
              </a:defRPr>
            </a:lvl7pPr>
            <a:lvl8pPr>
              <a:defRPr>
                <a:latin typeface="微软雅黑"/>
                <a:ea typeface="微软雅黑"/>
                <a:cs typeface="微软雅黑"/>
              </a:defRPr>
            </a:lvl8pPr>
            <a:lvl9pPr>
              <a:defRPr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>
              <a:buNone/>
              <a:defRPr>
                <a:latin typeface="微软雅黑"/>
                <a:ea typeface="微软雅黑"/>
                <a:cs typeface="微软雅黑"/>
              </a:defRPr>
            </a:pPr>
            <a:fld id="{BA58DA2A-B818-18A9-29C1-B697728D5BCE}" type="slidenum">
              <a:rPr>
                <a:latin typeface="微软雅黑"/>
                <a:ea typeface="微软雅黑"/>
                <a:cs typeface="微软雅黑"/>
              </a:rPr>
              <a:t>8</a:t>
            </a:fld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E80FC696-C69A-4B50-B3FC-886353A313E3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228600" y="200025"/>
            <a:ext cx="9144000" cy="476250"/>
          </a:xfrm>
        </p:spPr>
        <p:txBody>
          <a:bodyPr xmlns:a="http://schemas.openxmlformats.org/drawingml/2006/main" anchor="ctr"/>
          <a:lstStyle xmlns:a="http://schemas.openxmlformats.org/drawingml/2006/main">
            <a:defPPr>
              <a:defRPr sz="2250">
                <a:latin typeface="微软雅黑"/>
                <a:ea typeface="微软雅黑"/>
                <a:cs typeface="微软雅黑"/>
              </a:defRPr>
            </a:defPPr>
            <a:lvl1pPr>
              <a:defRPr sz="2250">
                <a:latin typeface="微软雅黑"/>
                <a:ea typeface="微软雅黑"/>
                <a:cs typeface="微软雅黑"/>
              </a:defRPr>
            </a:lvl1pPr>
            <a:lvl2pPr>
              <a:defRPr sz="2250">
                <a:latin typeface="微软雅黑"/>
                <a:ea typeface="微软雅黑"/>
                <a:cs typeface="微软雅黑"/>
              </a:defRPr>
            </a:lvl2pPr>
            <a:lvl3pPr>
              <a:defRPr sz="2250">
                <a:latin typeface="微软雅黑"/>
                <a:ea typeface="微软雅黑"/>
                <a:cs typeface="微软雅黑"/>
              </a:defRPr>
            </a:lvl3pPr>
            <a:lvl4pPr>
              <a:defRPr sz="2250">
                <a:latin typeface="微软雅黑"/>
                <a:ea typeface="微软雅黑"/>
                <a:cs typeface="微软雅黑"/>
              </a:defRPr>
            </a:lvl4pPr>
            <a:lvl5pPr>
              <a:defRPr sz="2250">
                <a:latin typeface="微软雅黑"/>
                <a:ea typeface="微软雅黑"/>
                <a:cs typeface="微软雅黑"/>
              </a:defRPr>
            </a:lvl5pPr>
            <a:lvl6pPr>
              <a:defRPr sz="2250">
                <a:latin typeface="微软雅黑"/>
                <a:ea typeface="微软雅黑"/>
                <a:cs typeface="微软雅黑"/>
              </a:defRPr>
            </a:lvl6pPr>
            <a:lvl7pPr>
              <a:defRPr sz="2250">
                <a:latin typeface="微软雅黑"/>
                <a:ea typeface="微软雅黑"/>
                <a:cs typeface="微软雅黑"/>
              </a:defRPr>
            </a:lvl7pPr>
            <a:lvl8pPr>
              <a:defRPr sz="2250">
                <a:latin typeface="微软雅黑"/>
                <a:ea typeface="微软雅黑"/>
                <a:cs typeface="微软雅黑"/>
              </a:defRPr>
            </a:lvl8pPr>
            <a:lvl9pPr>
              <a:defRPr sz="2250"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>
              <a:buNone/>
              <a:defRPr sz="2250">
                <a:latin typeface="微软雅黑"/>
                <a:ea typeface="微软雅黑"/>
                <a:cs typeface="微软雅黑"/>
              </a:defRPr>
            </a:pPr>
            <a:r>
              <a:rPr sz="2250">
                <a:solidFill>
                  <a:schemeClr val="tx1"/>
                </a:solidFill>
                <a:latin typeface="微软雅黑"/>
                <a:ea typeface="微软雅黑"/>
                <a:cs typeface="微软雅黑"/>
              </a:rPr>
              <a:t>选择频率改变，CPU 时间仍接近相等</a:t>
            </a:r>
            <a:endParaRPr/>
          </a:p>
        </p:txBody>
      </p:sp>
      <p:graphicFrame>
        <p:nvGraphicFrame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845E31-086E-48BD-9715-C6CC448F88F3}"/>
              </a:ext>
            </a:extLst>
          </p:cNvPr>
          <p:cNvGraphicFramePr/>
          <p:nvPr/>
        </p:nvGraphicFramePr>
        <p:xfrm>
          <a:off xmlns:a="http://schemas.openxmlformats.org/drawingml/2006/main" x="723900" y="1866900"/>
          <a:ext xmlns:a="http://schemas.openxmlformats.org/drawingml/2006/main" cx="10744200" cy="2333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48000"/>
                <a:gridCol w="2286000"/>
                <a:gridCol w="2286000"/>
                <a:gridCol w="3124200"/>
              </a:tblGrid>
              <a:tr h="77787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62B3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阶段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7"/>
                      </a:solidFill>
                      <a:prstDash val="solid"/>
                    </a:lnL>
                    <a:lnR w="9525">
                      <a:solidFill>
                        <a:srgbClr val="D9E1E7"/>
                      </a:solidFill>
                      <a:prstDash val="solid"/>
                    </a:lnR>
                    <a:lnT w="9525">
                      <a:solidFill>
                        <a:srgbClr val="D9E1E7"/>
                      </a:solidFill>
                      <a:prstDash val="solid"/>
                    </a:lnT>
                    <a:lnB w="9525">
                      <a:solidFill>
                        <a:srgbClr val="D9E1E7"/>
                      </a:solidFill>
                      <a:prstDash val="solid"/>
                    </a:lnB>
                    <a:solidFill>
                      <a:srgbClr val="E3F5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62B3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hi 选中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7"/>
                      </a:solidFill>
                      <a:prstDash val="solid"/>
                    </a:lnR>
                    <a:lnT w="9525">
                      <a:solidFill>
                        <a:srgbClr val="D9E1E7"/>
                      </a:solidFill>
                      <a:prstDash val="solid"/>
                    </a:lnT>
                    <a:lnB w="9525">
                      <a:solidFill>
                        <a:srgbClr val="D9E1E7"/>
                      </a:solidFill>
                      <a:prstDash val="solid"/>
                    </a:lnB>
                    <a:solidFill>
                      <a:srgbClr val="E3F5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62B3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lo 选中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7"/>
                      </a:solidFill>
                      <a:prstDash val="solid"/>
                    </a:lnR>
                    <a:lnT w="9525">
                      <a:solidFill>
                        <a:srgbClr val="D9E1E7"/>
                      </a:solidFill>
                      <a:prstDash val="solid"/>
                    </a:lnT>
                    <a:lnB w="9525">
                      <a:solidFill>
                        <a:srgbClr val="D9E1E7"/>
                      </a:solidFill>
                      <a:prstDash val="solid"/>
                    </a:lnB>
                    <a:solidFill>
                      <a:srgbClr val="E3F5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62B3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hi / lo CPU 时间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7"/>
                      </a:solidFill>
                      <a:prstDash val="solid"/>
                    </a:lnR>
                    <a:lnT w="9525">
                      <a:solidFill>
                        <a:srgbClr val="D9E1E7"/>
                      </a:solidFill>
                      <a:prstDash val="solid"/>
                    </a:lnT>
                    <a:lnB w="9525">
                      <a:solidFill>
                        <a:srgbClr val="D9E1E7"/>
                      </a:solidFill>
                      <a:prstDash val="solid"/>
                    </a:lnB>
                    <a:solidFill>
                      <a:srgbClr val="E3F5FD"/>
                    </a:solidFill>
                  </a:tcPr>
                </a:tc>
              </a:tr>
              <a:tr h="77787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62B3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映射关闭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7"/>
                      </a:solidFill>
                      <a:prstDash val="solid"/>
                    </a:lnL>
                    <a:lnR w="9525">
                      <a:solidFill>
                        <a:srgbClr val="D9E1E7"/>
                      </a:solidFill>
                      <a:prstDash val="solid"/>
                    </a:lnR>
                    <a:lnB w="9525">
                      <a:solidFill>
                        <a:srgbClr val="D9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62B3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7"/>
                      </a:solidFill>
                      <a:prstDash val="solid"/>
                    </a:lnR>
                    <a:lnB w="9525">
                      <a:solidFill>
                        <a:srgbClr val="D9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62B3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7"/>
                      </a:solidFill>
                      <a:prstDash val="solid"/>
                    </a:lnR>
                    <a:lnB w="9525">
                      <a:solidFill>
                        <a:srgbClr val="D9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62B3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0.98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7"/>
                      </a:solidFill>
                      <a:prstDash val="solid"/>
                    </a:lnR>
                    <a:lnB w="9525">
                      <a:solidFill>
                        <a:srgbClr val="D9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7787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62B3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映射开启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7"/>
                      </a:solidFill>
                      <a:prstDash val="solid"/>
                    </a:lnL>
                    <a:lnR w="9525">
                      <a:solidFill>
                        <a:srgbClr val="D9E1E7"/>
                      </a:solidFill>
                      <a:prstDash val="solid"/>
                    </a:lnR>
                    <a:lnB w="9525">
                      <a:solidFill>
                        <a:srgbClr val="D9E1E7"/>
                      </a:solidFill>
                      <a:prstDash val="solid"/>
                    </a:lnB>
                    <a:solidFill>
                      <a:srgbClr val="F1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62B3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7"/>
                      </a:solidFill>
                      <a:prstDash val="solid"/>
                    </a:lnR>
                    <a:lnB w="9525">
                      <a:solidFill>
                        <a:srgbClr val="D9E1E7"/>
                      </a:solidFill>
                      <a:prstDash val="solid"/>
                    </a:lnB>
                    <a:solidFill>
                      <a:srgbClr val="F1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62B3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7"/>
                      </a:solidFill>
                      <a:prstDash val="solid"/>
                    </a:lnR>
                    <a:lnB w="9525">
                      <a:solidFill>
                        <a:srgbClr val="D9E1E7"/>
                      </a:solidFill>
                      <a:prstDash val="solid"/>
                    </a:lnB>
                    <a:solidFill>
                      <a:srgbClr val="F1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62B3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0.98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7"/>
                      </a:solidFill>
                      <a:prstDash val="solid"/>
                    </a:lnR>
                    <a:lnB w="9525">
                      <a:solidFill>
                        <a:srgbClr val="D9E1E7"/>
                      </a:solidFill>
                      <a:prstDash val="solid"/>
                    </a:lnB>
                    <a:solidFill>
                      <a:srgbClr val="F1F8FB"/>
                    </a:solidFill>
                  </a:tcPr>
                </a:tc>
              </a:tr>
            </a:tbl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A3785D-5964-4DF4-B5CC-AAE0A9132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62500"/>
            <a:ext cx="107442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08A8F6"/>
                </a:solidFill>
                <a:latin typeface="微软雅黑"/>
                <a:ea typeface="微软雅黑"/>
                <a:cs typeface="微软雅黑"/>
              </a:defRPr>
            </a:defPPr>
            <a:lvl1pPr>
              <a:defRPr sz="2400" b="1">
                <a:solidFill>
                  <a:srgbClr val="08A8F6"/>
                </a:solidFill>
                <a:latin typeface="微软雅黑"/>
                <a:ea typeface="微软雅黑"/>
                <a:cs typeface="微软雅黑"/>
              </a:defRPr>
            </a:lvl1pPr>
            <a:lvl2pPr>
              <a:defRPr sz="2400" b="1">
                <a:solidFill>
                  <a:srgbClr val="08A8F6"/>
                </a:solidFill>
                <a:latin typeface="微软雅黑"/>
                <a:ea typeface="微软雅黑"/>
                <a:cs typeface="微软雅黑"/>
              </a:defRPr>
            </a:lvl2pPr>
            <a:lvl3pPr>
              <a:defRPr sz="2400" b="1">
                <a:solidFill>
                  <a:srgbClr val="08A8F6"/>
                </a:solidFill>
                <a:latin typeface="微软雅黑"/>
                <a:ea typeface="微软雅黑"/>
                <a:cs typeface="微软雅黑"/>
              </a:defRPr>
            </a:lvl3pPr>
            <a:lvl4pPr>
              <a:defRPr sz="2400" b="1">
                <a:solidFill>
                  <a:srgbClr val="08A8F6"/>
                </a:solidFill>
                <a:latin typeface="微软雅黑"/>
                <a:ea typeface="微软雅黑"/>
                <a:cs typeface="微软雅黑"/>
              </a:defRPr>
            </a:lvl4pPr>
            <a:lvl5pPr>
              <a:defRPr sz="2400" b="1">
                <a:solidFill>
                  <a:srgbClr val="08A8F6"/>
                </a:solidFill>
                <a:latin typeface="微软雅黑"/>
                <a:ea typeface="微软雅黑"/>
                <a:cs typeface="微软雅黑"/>
              </a:defRPr>
            </a:lvl5pPr>
            <a:lvl6pPr>
              <a:defRPr sz="2400" b="1">
                <a:solidFill>
                  <a:srgbClr val="08A8F6"/>
                </a:solidFill>
                <a:latin typeface="微软雅黑"/>
                <a:ea typeface="微软雅黑"/>
                <a:cs typeface="微软雅黑"/>
              </a:defRPr>
            </a:lvl6pPr>
            <a:lvl7pPr>
              <a:defRPr sz="2400" b="1">
                <a:solidFill>
                  <a:srgbClr val="08A8F6"/>
                </a:solidFill>
                <a:latin typeface="微软雅黑"/>
                <a:ea typeface="微软雅黑"/>
                <a:cs typeface="微软雅黑"/>
              </a:defRPr>
            </a:lvl7pPr>
            <a:lvl8pPr>
              <a:defRPr sz="2400" b="1">
                <a:solidFill>
                  <a:srgbClr val="08A8F6"/>
                </a:solidFill>
                <a:latin typeface="微软雅黑"/>
                <a:ea typeface="微软雅黑"/>
                <a:cs typeface="微软雅黑"/>
              </a:defRPr>
            </a:lvl8pPr>
            <a:lvl9pPr>
              <a:defRPr sz="2400" b="1">
                <a:solidFill>
                  <a:srgbClr val="08A8F6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08A8F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08A8F6"/>
                </a:solidFill>
                <a:latin typeface="微软雅黑"/>
                <a:ea typeface="微软雅黑"/>
                <a:cs typeface="微软雅黑"/>
              </a:rPr>
              <a:t>4.25 倍表示轮转粒度变化，不能解释为应用性能提升。</a:t>
            </a:r>
          </a:p>
        </p:txBody>
      </p:sp>
    </p:spTree>
    <p:extLst>
      <p:ext uri="{BB962C8B-B14F-4D97-AF65-F5344CB8AC3E}">
        <p14:creationId xmlns:p14="http://schemas.microsoft.com/office/powerpoint/2010/main" val="126035700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灯片编号占位符 1">
            <a:extLst xmlns:a="http://schemas.openxmlformats.org/drawingml/2006/main">
              <a:ext uri="{FF2B5EF4-FFF2-40B4-BE49-F238E27FC236}">
                <a16:creationId xmlns:a16="http://schemas.microsoft.com/office/drawing/2014/main" id="{38349EDE-8A3B-4DF3-8A7D-435B1966E4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defPPr>
              <a:defRPr>
                <a:latin typeface="微软雅黑"/>
                <a:ea typeface="微软雅黑"/>
                <a:cs typeface="微软雅黑"/>
              </a:defRPr>
            </a:defPPr>
            <a:lvl1pPr>
              <a:defRPr>
                <a:latin typeface="微软雅黑"/>
                <a:ea typeface="微软雅黑"/>
                <a:cs typeface="微软雅黑"/>
              </a:defRPr>
            </a:lvl1pPr>
            <a:lvl2pPr>
              <a:defRPr>
                <a:latin typeface="微软雅黑"/>
                <a:ea typeface="微软雅黑"/>
                <a:cs typeface="微软雅黑"/>
              </a:defRPr>
            </a:lvl2pPr>
            <a:lvl3pPr>
              <a:defRPr>
                <a:latin typeface="微软雅黑"/>
                <a:ea typeface="微软雅黑"/>
                <a:cs typeface="微软雅黑"/>
              </a:defRPr>
            </a:lvl3pPr>
            <a:lvl4pPr>
              <a:defRPr>
                <a:latin typeface="微软雅黑"/>
                <a:ea typeface="微软雅黑"/>
                <a:cs typeface="微软雅黑"/>
              </a:defRPr>
            </a:lvl4pPr>
            <a:lvl5pPr>
              <a:defRPr>
                <a:latin typeface="微软雅黑"/>
                <a:ea typeface="微软雅黑"/>
                <a:cs typeface="微软雅黑"/>
              </a:defRPr>
            </a:lvl5pPr>
            <a:lvl6pPr>
              <a:defRPr>
                <a:latin typeface="微软雅黑"/>
                <a:ea typeface="微软雅黑"/>
                <a:cs typeface="微软雅黑"/>
              </a:defRPr>
            </a:lvl6pPr>
            <a:lvl7pPr>
              <a:defRPr>
                <a:latin typeface="微软雅黑"/>
                <a:ea typeface="微软雅黑"/>
                <a:cs typeface="微软雅黑"/>
              </a:defRPr>
            </a:lvl7pPr>
            <a:lvl8pPr>
              <a:defRPr>
                <a:latin typeface="微软雅黑"/>
                <a:ea typeface="微软雅黑"/>
                <a:cs typeface="微软雅黑"/>
              </a:defRPr>
            </a:lvl8pPr>
            <a:lvl9pPr>
              <a:defRPr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>
              <a:buNone/>
              <a:defRPr>
                <a:latin typeface="微软雅黑"/>
                <a:ea typeface="微软雅黑"/>
                <a:cs typeface="微软雅黑"/>
              </a:defRPr>
            </a:pPr>
            <a:fld id="{388657AE-30A1-5A7A-6A7F-315D84436430}" type="slidenum">
              <a:rPr>
                <a:latin typeface="微软雅黑"/>
                <a:ea typeface="微软雅黑"/>
                <a:cs typeface="微软雅黑"/>
              </a:rPr>
              <a:t>9</a:t>
            </a:fld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04CD3577-A612-443B-AA17-0CF245304936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228600" y="200025"/>
            <a:ext cx="9144000" cy="476250"/>
          </a:xfrm>
        </p:spPr>
        <p:txBody>
          <a:bodyPr xmlns:a="http://schemas.openxmlformats.org/drawingml/2006/main" anchor="ctr"/>
          <a:lstStyle xmlns:a="http://schemas.openxmlformats.org/drawingml/2006/main">
            <a:defPPr>
              <a:defRPr sz="2250">
                <a:latin typeface="微软雅黑"/>
                <a:ea typeface="微软雅黑"/>
                <a:cs typeface="微软雅黑"/>
              </a:defRPr>
            </a:defPPr>
            <a:lvl1pPr>
              <a:defRPr sz="2250">
                <a:latin typeface="微软雅黑"/>
                <a:ea typeface="微软雅黑"/>
                <a:cs typeface="微软雅黑"/>
              </a:defRPr>
            </a:lvl1pPr>
            <a:lvl2pPr>
              <a:defRPr sz="2250">
                <a:latin typeface="微软雅黑"/>
                <a:ea typeface="微软雅黑"/>
                <a:cs typeface="微软雅黑"/>
              </a:defRPr>
            </a:lvl2pPr>
            <a:lvl3pPr>
              <a:defRPr sz="2250">
                <a:latin typeface="微软雅黑"/>
                <a:ea typeface="微软雅黑"/>
                <a:cs typeface="微软雅黑"/>
              </a:defRPr>
            </a:lvl3pPr>
            <a:lvl4pPr>
              <a:defRPr sz="2250">
                <a:latin typeface="微软雅黑"/>
                <a:ea typeface="微软雅黑"/>
                <a:cs typeface="微软雅黑"/>
              </a:defRPr>
            </a:lvl4pPr>
            <a:lvl5pPr>
              <a:defRPr sz="2250">
                <a:latin typeface="微软雅黑"/>
                <a:ea typeface="微软雅黑"/>
                <a:cs typeface="微软雅黑"/>
              </a:defRPr>
            </a:lvl5pPr>
            <a:lvl6pPr>
              <a:defRPr sz="2250">
                <a:latin typeface="微软雅黑"/>
                <a:ea typeface="微软雅黑"/>
                <a:cs typeface="微软雅黑"/>
              </a:defRPr>
            </a:lvl6pPr>
            <a:lvl7pPr>
              <a:defRPr sz="2250">
                <a:latin typeface="微软雅黑"/>
                <a:ea typeface="微软雅黑"/>
                <a:cs typeface="微软雅黑"/>
              </a:defRPr>
            </a:lvl7pPr>
            <a:lvl8pPr>
              <a:defRPr sz="2250">
                <a:latin typeface="微软雅黑"/>
                <a:ea typeface="微软雅黑"/>
                <a:cs typeface="微软雅黑"/>
              </a:defRPr>
            </a:lvl8pPr>
            <a:lvl9pPr>
              <a:defRPr sz="2250"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>
              <a:buNone/>
              <a:defRPr sz="2250">
                <a:latin typeface="微软雅黑"/>
                <a:ea typeface="微软雅黑"/>
                <a:cs typeface="微软雅黑"/>
              </a:defRPr>
            </a:pPr>
            <a:r>
              <a:rPr sz="2250">
                <a:solidFill>
                  <a:schemeClr val="tx1"/>
                </a:solidFill>
                <a:latin typeface="微软雅黑"/>
                <a:ea typeface="微软雅黑"/>
                <a:cs typeface="微软雅黑"/>
              </a:rPr>
              <a:t>当前 EEVDF 的竞争唤醒尾延迟高于 CFS</a:t>
            </a:r>
            <a:endParaRPr/>
          </a:p>
        </p:txBody>
      </p:sp>
      <p:graphicFrame>
        <p:nvGraphicFramePr>
          <p:cNvPr id="16" name="Chart">
            <a:extLst xmlns:a="http://schemas.openxmlformats.org/drawingml/2006/main">
              <a:ext uri="{FF2B5EF4-FFF2-40B4-BE49-F238E27FC236}">
                <a16:creationId xmlns:a16="http://schemas.microsoft.com/office/drawing/2014/main" id="{FA24699F-DE95-449F-97D7-2FDA1C14C358}"/>
              </a:ext>
            </a:extLst>
          </p:cNvPr>
          <p:cNvGraphicFramePr/>
          <p:nvPr/>
        </p:nvGraphicFramePr>
        <p:xfrm>
          <a:off xmlns:a="http://schemas.openxmlformats.org/drawingml/2006/main" x="762000" y="1714500"/>
          <a:ext xmlns:a="http://schemas.openxmlformats.org/drawingml/2006/main" cx="10572750" cy="3476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f1ed8ebbc7d4c8a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5809F4-4D9A-42A1-84CF-40F252444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43550"/>
            <a:ext cx="1076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26271"/>
                </a:solidFill>
                <a:latin typeface="微软雅黑"/>
                <a:ea typeface="微软雅黑"/>
                <a:cs typeface="微软雅黑"/>
              </a:defRPr>
            </a:defPPr>
            <a:lvl1pPr>
              <a:defRPr sz="1800" b="0">
                <a:solidFill>
                  <a:srgbClr val="526271"/>
                </a:solidFill>
                <a:latin typeface="微软雅黑"/>
                <a:ea typeface="微软雅黑"/>
                <a:cs typeface="微软雅黑"/>
              </a:defRPr>
            </a:lvl1pPr>
            <a:lvl2pPr>
              <a:defRPr sz="1800" b="0">
                <a:solidFill>
                  <a:srgbClr val="526271"/>
                </a:solidFill>
                <a:latin typeface="微软雅黑"/>
                <a:ea typeface="微软雅黑"/>
                <a:cs typeface="微软雅黑"/>
              </a:defRPr>
            </a:lvl2pPr>
            <a:lvl3pPr>
              <a:defRPr sz="1800" b="0">
                <a:solidFill>
                  <a:srgbClr val="526271"/>
                </a:solidFill>
                <a:latin typeface="微软雅黑"/>
                <a:ea typeface="微软雅黑"/>
                <a:cs typeface="微软雅黑"/>
              </a:defRPr>
            </a:lvl3pPr>
            <a:lvl4pPr>
              <a:defRPr sz="1800" b="0">
                <a:solidFill>
                  <a:srgbClr val="526271"/>
                </a:solidFill>
                <a:latin typeface="微软雅黑"/>
                <a:ea typeface="微软雅黑"/>
                <a:cs typeface="微软雅黑"/>
              </a:defRPr>
            </a:lvl4pPr>
            <a:lvl5pPr>
              <a:defRPr sz="1800" b="0">
                <a:solidFill>
                  <a:srgbClr val="526271"/>
                </a:solidFill>
                <a:latin typeface="微软雅黑"/>
                <a:ea typeface="微软雅黑"/>
                <a:cs typeface="微软雅黑"/>
              </a:defRPr>
            </a:lvl5pPr>
            <a:lvl6pPr>
              <a:defRPr sz="1800" b="0">
                <a:solidFill>
                  <a:srgbClr val="526271"/>
                </a:solidFill>
                <a:latin typeface="微软雅黑"/>
                <a:ea typeface="微软雅黑"/>
                <a:cs typeface="微软雅黑"/>
              </a:defRPr>
            </a:lvl6pPr>
            <a:lvl7pPr>
              <a:defRPr sz="1800" b="0">
                <a:solidFill>
                  <a:srgbClr val="526271"/>
                </a:solidFill>
                <a:latin typeface="微软雅黑"/>
                <a:ea typeface="微软雅黑"/>
                <a:cs typeface="微软雅黑"/>
              </a:defRPr>
            </a:lvl7pPr>
            <a:lvl8pPr>
              <a:defRPr sz="1800" b="0">
                <a:solidFill>
                  <a:srgbClr val="526271"/>
                </a:solidFill>
                <a:latin typeface="微软雅黑"/>
                <a:ea typeface="微软雅黑"/>
                <a:cs typeface="微软雅黑"/>
              </a:defRPr>
            </a:lvl8pPr>
            <a:lvl9pPr>
              <a:defRPr sz="1800" b="0">
                <a:solidFill>
                  <a:srgbClr val="526271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26271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526271"/>
                </a:solidFill>
                <a:latin typeface="微软雅黑"/>
                <a:ea typeface="微软雅黑"/>
                <a:cs typeface="微软雅黑"/>
              </a:rPr>
              <a:t>唤醒 p99，单位 ms。每种内核交替启动 3 次，按次统计取中位数。</a:t>
            </a:r>
          </a:p>
        </p:txBody>
      </p:sp>
    </p:spTree>
    <p:extLst>
      <p:ext uri="{BB962C8B-B14F-4D97-AF65-F5344CB8AC3E}">
        <p14:creationId xmlns:p14="http://schemas.microsoft.com/office/powerpoint/2010/main" val="91676802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灯片编号占位符 1">
            <a:extLst xmlns:a="http://schemas.openxmlformats.org/drawingml/2006/main">
              <a:ext uri="{FF2B5EF4-FFF2-40B4-BE49-F238E27FC236}">
                <a16:creationId xmlns:a16="http://schemas.microsoft.com/office/drawing/2014/main" id="{772BF290-0CF6-4B6D-BC76-906A8AF383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defPPr>
              <a:defRPr>
                <a:latin typeface="微软雅黑"/>
                <a:ea typeface="微软雅黑"/>
                <a:cs typeface="微软雅黑"/>
              </a:defRPr>
            </a:defPPr>
            <a:lvl1pPr>
              <a:defRPr>
                <a:latin typeface="微软雅黑"/>
                <a:ea typeface="微软雅黑"/>
                <a:cs typeface="微软雅黑"/>
              </a:defRPr>
            </a:lvl1pPr>
            <a:lvl2pPr>
              <a:defRPr>
                <a:latin typeface="微软雅黑"/>
                <a:ea typeface="微软雅黑"/>
                <a:cs typeface="微软雅黑"/>
              </a:defRPr>
            </a:lvl2pPr>
            <a:lvl3pPr>
              <a:defRPr>
                <a:latin typeface="微软雅黑"/>
                <a:ea typeface="微软雅黑"/>
                <a:cs typeface="微软雅黑"/>
              </a:defRPr>
            </a:lvl3pPr>
            <a:lvl4pPr>
              <a:defRPr>
                <a:latin typeface="微软雅黑"/>
                <a:ea typeface="微软雅黑"/>
                <a:cs typeface="微软雅黑"/>
              </a:defRPr>
            </a:lvl4pPr>
            <a:lvl5pPr>
              <a:defRPr>
                <a:latin typeface="微软雅黑"/>
                <a:ea typeface="微软雅黑"/>
                <a:cs typeface="微软雅黑"/>
              </a:defRPr>
            </a:lvl5pPr>
            <a:lvl6pPr>
              <a:defRPr>
                <a:latin typeface="微软雅黑"/>
                <a:ea typeface="微软雅黑"/>
                <a:cs typeface="微软雅黑"/>
              </a:defRPr>
            </a:lvl6pPr>
            <a:lvl7pPr>
              <a:defRPr>
                <a:latin typeface="微软雅黑"/>
                <a:ea typeface="微软雅黑"/>
                <a:cs typeface="微软雅黑"/>
              </a:defRPr>
            </a:lvl7pPr>
            <a:lvl8pPr>
              <a:defRPr>
                <a:latin typeface="微软雅黑"/>
                <a:ea typeface="微软雅黑"/>
                <a:cs typeface="微软雅黑"/>
              </a:defRPr>
            </a:lvl8pPr>
            <a:lvl9pPr>
              <a:defRPr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>
              <a:buNone/>
              <a:defRPr>
                <a:latin typeface="微软雅黑"/>
                <a:ea typeface="微软雅黑"/>
                <a:cs typeface="微软雅黑"/>
              </a:defRPr>
            </a:pPr>
            <a:fld id="{DB7BEEEC-A170-5376-2B6E-CB54687B0CB1}" type="slidenum">
              <a:rPr>
                <a:latin typeface="微软雅黑"/>
                <a:ea typeface="微软雅黑"/>
                <a:cs typeface="微软雅黑"/>
              </a:rPr>
              <a:t>10</a:t>
            </a:fld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709EA816-A167-4F07-8607-1996ACDDD21E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228600" y="200025"/>
            <a:ext cx="9144000" cy="476250"/>
          </a:xfrm>
        </p:spPr>
        <p:txBody>
          <a:bodyPr xmlns:a="http://schemas.openxmlformats.org/drawingml/2006/main" anchor="ctr"/>
          <a:lstStyle xmlns:a="http://schemas.openxmlformats.org/drawingml/2006/main">
            <a:defPPr>
              <a:defRPr sz="2250">
                <a:latin typeface="微软雅黑"/>
                <a:ea typeface="微软雅黑"/>
                <a:cs typeface="微软雅黑"/>
              </a:defRPr>
            </a:defPPr>
            <a:lvl1pPr>
              <a:defRPr sz="2250">
                <a:latin typeface="微软雅黑"/>
                <a:ea typeface="微软雅黑"/>
                <a:cs typeface="微软雅黑"/>
              </a:defRPr>
            </a:lvl1pPr>
            <a:lvl2pPr>
              <a:defRPr sz="2250">
                <a:latin typeface="微软雅黑"/>
                <a:ea typeface="微软雅黑"/>
                <a:cs typeface="微软雅黑"/>
              </a:defRPr>
            </a:lvl2pPr>
            <a:lvl3pPr>
              <a:defRPr sz="2250">
                <a:latin typeface="微软雅黑"/>
                <a:ea typeface="微软雅黑"/>
                <a:cs typeface="微软雅黑"/>
              </a:defRPr>
            </a:lvl3pPr>
            <a:lvl4pPr>
              <a:defRPr sz="2250">
                <a:latin typeface="微软雅黑"/>
                <a:ea typeface="微软雅黑"/>
                <a:cs typeface="微软雅黑"/>
              </a:defRPr>
            </a:lvl4pPr>
            <a:lvl5pPr>
              <a:defRPr sz="2250">
                <a:latin typeface="微软雅黑"/>
                <a:ea typeface="微软雅黑"/>
                <a:cs typeface="微软雅黑"/>
              </a:defRPr>
            </a:lvl5pPr>
            <a:lvl6pPr>
              <a:defRPr sz="2250">
                <a:latin typeface="微软雅黑"/>
                <a:ea typeface="微软雅黑"/>
                <a:cs typeface="微软雅黑"/>
              </a:defRPr>
            </a:lvl6pPr>
            <a:lvl7pPr>
              <a:defRPr sz="2250">
                <a:latin typeface="微软雅黑"/>
                <a:ea typeface="微软雅黑"/>
                <a:cs typeface="微软雅黑"/>
              </a:defRPr>
            </a:lvl7pPr>
            <a:lvl8pPr>
              <a:defRPr sz="2250">
                <a:latin typeface="微软雅黑"/>
                <a:ea typeface="微软雅黑"/>
                <a:cs typeface="微软雅黑"/>
              </a:defRPr>
            </a:lvl8pPr>
            <a:lvl9pPr>
              <a:defRPr sz="2250"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>
              <a:buNone/>
              <a:defRPr sz="2250">
                <a:latin typeface="微软雅黑"/>
                <a:ea typeface="微软雅黑"/>
                <a:cs typeface="微软雅黑"/>
              </a:defRPr>
            </a:pPr>
            <a:r>
              <a:rPr sz="2250">
                <a:solidFill>
                  <a:schemeClr val="tx1"/>
                </a:solidFill>
                <a:latin typeface="微软雅黑"/>
                <a:ea typeface="微软雅黑"/>
                <a:cs typeface="微软雅黑"/>
              </a:rPr>
              <a:t>负 lag 与长后台请求共同限制唤醒响应</a:t>
            </a:r>
            <a:endParaRPr/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AA6E3D-854C-4F20-8145-5A181E696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3830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defPPr>
            <a:lvl1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1pPr>
            <a:lvl2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2pPr>
            <a:lvl3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3pPr>
            <a:lvl4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4pPr>
            <a:lvl5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5pPr>
            <a:lvl6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6pPr>
            <a:lvl7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7pPr>
            <a:lvl8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8pPr>
            <a:lvl9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rPr>
              <a:t>周期任务运行后可能保留负 lag，醒来时尚不 eligible。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6D7BF6-91F7-48AA-86ED-D8F1AE0AD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0985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defPPr>
            <a:lvl1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1pPr>
            <a:lvl2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2pPr>
            <a:lvl3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3pPr>
            <a:lvl4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4pPr>
            <a:lvl5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5pPr>
            <a:lvl6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6pPr>
            <a:lvl7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7pPr>
            <a:lvl8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8pPr>
            <a:lvl9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rPr>
              <a:t>唤醒时未被选中，随后要等待当前任务请求耗尽。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2385E1-5A7F-48D0-94BA-072567929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8140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defPPr>
            <a:lvl1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1pPr>
            <a:lvl2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2pPr>
            <a:lvl3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3pPr>
            <a:lvl4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4pPr>
            <a:lvl5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5pPr>
            <a:lvl6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6pPr>
            <a:lvl7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7pPr>
            <a:lvl8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8pPr>
            <a:lvl9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rPr>
              <a:t>14 ms 后台 slice 扩大等待，4 ms tick 增加离散化影响。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F4FB9F-9CBA-4A16-9B2B-4569322B5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5295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defPPr>
            <a:lvl1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1pPr>
            <a:lvl2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2pPr>
            <a:lvl3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3pPr>
            <a:lvl4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4pPr>
            <a:lvl5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5pPr>
            <a:lvl6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6pPr>
            <a:lvl7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7pPr>
            <a:lvl8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8pPr>
            <a:lvl9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rPr>
              <a:t>当前映射未达到交互尾延迟优化目标。下一步先单独重测后台 slice。</a:t>
            </a:r>
          </a:p>
        </p:txBody>
      </p:sp>
    </p:spTree>
    <p:extLst>
      <p:ext uri="{BB962C8B-B14F-4D97-AF65-F5344CB8AC3E}">
        <p14:creationId xmlns:p14="http://schemas.microsoft.com/office/powerpoint/2010/main" val="929079189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灯片编号占位符 1">
            <a:extLst xmlns:a="http://schemas.openxmlformats.org/drawingml/2006/main">
              <a:ext uri="{FF2B5EF4-FFF2-40B4-BE49-F238E27FC236}">
                <a16:creationId xmlns:a16="http://schemas.microsoft.com/office/drawing/2014/main" id="{DD3EE125-7355-43B2-82A0-D1F7EDFA76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defPPr>
              <a:defRPr>
                <a:latin typeface="微软雅黑"/>
                <a:ea typeface="微软雅黑"/>
                <a:cs typeface="微软雅黑"/>
              </a:defRPr>
            </a:defPPr>
            <a:lvl1pPr>
              <a:defRPr>
                <a:latin typeface="微软雅黑"/>
                <a:ea typeface="微软雅黑"/>
                <a:cs typeface="微软雅黑"/>
              </a:defRPr>
            </a:lvl1pPr>
            <a:lvl2pPr>
              <a:defRPr>
                <a:latin typeface="微软雅黑"/>
                <a:ea typeface="微软雅黑"/>
                <a:cs typeface="微软雅黑"/>
              </a:defRPr>
            </a:lvl2pPr>
            <a:lvl3pPr>
              <a:defRPr>
                <a:latin typeface="微软雅黑"/>
                <a:ea typeface="微软雅黑"/>
                <a:cs typeface="微软雅黑"/>
              </a:defRPr>
            </a:lvl3pPr>
            <a:lvl4pPr>
              <a:defRPr>
                <a:latin typeface="微软雅黑"/>
                <a:ea typeface="微软雅黑"/>
                <a:cs typeface="微软雅黑"/>
              </a:defRPr>
            </a:lvl4pPr>
            <a:lvl5pPr>
              <a:defRPr>
                <a:latin typeface="微软雅黑"/>
                <a:ea typeface="微软雅黑"/>
                <a:cs typeface="微软雅黑"/>
              </a:defRPr>
            </a:lvl5pPr>
            <a:lvl6pPr>
              <a:defRPr>
                <a:latin typeface="微软雅黑"/>
                <a:ea typeface="微软雅黑"/>
                <a:cs typeface="微软雅黑"/>
              </a:defRPr>
            </a:lvl6pPr>
            <a:lvl7pPr>
              <a:defRPr>
                <a:latin typeface="微软雅黑"/>
                <a:ea typeface="微软雅黑"/>
                <a:cs typeface="微软雅黑"/>
              </a:defRPr>
            </a:lvl7pPr>
            <a:lvl8pPr>
              <a:defRPr>
                <a:latin typeface="微软雅黑"/>
                <a:ea typeface="微软雅黑"/>
                <a:cs typeface="微软雅黑"/>
              </a:defRPr>
            </a:lvl8pPr>
            <a:lvl9pPr>
              <a:defRPr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>
              <a:buNone/>
              <a:defRPr>
                <a:latin typeface="微软雅黑"/>
                <a:ea typeface="微软雅黑"/>
                <a:cs typeface="微软雅黑"/>
              </a:defRPr>
            </a:pPr>
            <a:fld id="{30394428-F1DC-E5F6-DB0C-7DE31F3D8A23}" type="slidenum">
              <a:rPr>
                <a:latin typeface="微软雅黑"/>
                <a:ea typeface="微软雅黑"/>
                <a:cs typeface="微软雅黑"/>
              </a:rPr>
              <a:t>11</a:t>
            </a:fld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D28F0D0A-EA68-4E10-B89E-23F904EF10C1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228600" y="200025"/>
            <a:ext cx="9144000" cy="476250"/>
          </a:xfrm>
        </p:spPr>
        <p:txBody>
          <a:bodyPr xmlns:a="http://schemas.openxmlformats.org/drawingml/2006/main" anchor="ctr"/>
          <a:lstStyle xmlns:a="http://schemas.openxmlformats.org/drawingml/2006/main">
            <a:defPPr>
              <a:defRPr sz="2250">
                <a:latin typeface="微软雅黑"/>
                <a:ea typeface="微软雅黑"/>
                <a:cs typeface="微软雅黑"/>
              </a:defRPr>
            </a:defPPr>
            <a:lvl1pPr>
              <a:defRPr sz="2250">
                <a:latin typeface="微软雅黑"/>
                <a:ea typeface="微软雅黑"/>
                <a:cs typeface="微软雅黑"/>
              </a:defRPr>
            </a:lvl1pPr>
            <a:lvl2pPr>
              <a:defRPr sz="2250">
                <a:latin typeface="微软雅黑"/>
                <a:ea typeface="微软雅黑"/>
                <a:cs typeface="微软雅黑"/>
              </a:defRPr>
            </a:lvl2pPr>
            <a:lvl3pPr>
              <a:defRPr sz="2250">
                <a:latin typeface="微软雅黑"/>
                <a:ea typeface="微软雅黑"/>
                <a:cs typeface="微软雅黑"/>
              </a:defRPr>
            </a:lvl3pPr>
            <a:lvl4pPr>
              <a:defRPr sz="2250">
                <a:latin typeface="微软雅黑"/>
                <a:ea typeface="微软雅黑"/>
                <a:cs typeface="微软雅黑"/>
              </a:defRPr>
            </a:lvl4pPr>
            <a:lvl5pPr>
              <a:defRPr sz="2250">
                <a:latin typeface="微软雅黑"/>
                <a:ea typeface="微软雅黑"/>
                <a:cs typeface="微软雅黑"/>
              </a:defRPr>
            </a:lvl5pPr>
            <a:lvl6pPr>
              <a:defRPr sz="2250">
                <a:latin typeface="微软雅黑"/>
                <a:ea typeface="微软雅黑"/>
                <a:cs typeface="微软雅黑"/>
              </a:defRPr>
            </a:lvl6pPr>
            <a:lvl7pPr>
              <a:defRPr sz="2250">
                <a:latin typeface="微软雅黑"/>
                <a:ea typeface="微软雅黑"/>
                <a:cs typeface="微软雅黑"/>
              </a:defRPr>
            </a:lvl7pPr>
            <a:lvl8pPr>
              <a:defRPr sz="2250">
                <a:latin typeface="微软雅黑"/>
                <a:ea typeface="微软雅黑"/>
                <a:cs typeface="微软雅黑"/>
              </a:defRPr>
            </a:lvl8pPr>
            <a:lvl9pPr>
              <a:defRPr sz="2250"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>
              <a:buNone/>
              <a:defRPr sz="2250">
                <a:latin typeface="微软雅黑"/>
                <a:ea typeface="微软雅黑"/>
                <a:cs typeface="微软雅黑"/>
              </a:defRPr>
            </a:pPr>
            <a:r>
              <a:rPr sz="2250">
                <a:solidFill>
                  <a:schemeClr val="tx1"/>
                </a:solidFill>
                <a:latin typeface="微软雅黑"/>
                <a:ea typeface="微软雅黑"/>
                <a:cs typeface="微软雅黑"/>
              </a:rPr>
              <a:t>源码和原始证据共同构成交付物</a:t>
            </a:r>
            <a:endParaRPr/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9CEB4D-79A2-49A6-AA68-2DF974194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3830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defPPr>
            <a:lvl1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1pPr>
            <a:lvl2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2pPr>
            <a:lvl3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3pPr>
            <a:lvl4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4pPr>
            <a:lvl5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5pPr>
            <a:lvl6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6pPr>
            <a:lvl7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7pPr>
            <a:lvl8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8pPr>
            <a:lvl9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rPr>
              <a:t>14 个源码快照文件，保留上游版权与许可。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C006CD-288D-4A03-AB73-DA0732527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0985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defPPr>
            <a:lvl1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1pPr>
            <a:lvl2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2pPr>
            <a:lvl3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3pPr>
            <a:lvl4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4pPr>
            <a:lvl5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5pPr>
            <a:lvl6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6pPr>
            <a:lvl7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7pPr>
            <a:lvl8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8pPr>
            <a:lvl9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rPr>
              <a:t>内核补丁可从指定基线重建 9 个 Linux 文件。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59A9CF-66B3-47F8-8C83-F58110834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8140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defPPr>
            <a:lvl1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1pPr>
            <a:lvl2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2pPr>
            <a:lvl3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3pPr>
            <a:lvl4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4pPr>
            <a:lvl5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5pPr>
            <a:lvl6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6pPr>
            <a:lvl7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7pPr>
            <a:lvl8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8pPr>
            <a:lvl9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rPr>
              <a:t>安全 QEMU 入口使用 snapshot，记录命令和输入输出哈希。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F5CD34C-E015-4BC7-9C15-CCBC6B024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5295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defPPr>
            <a:lvl1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1pPr>
            <a:lvl2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2pPr>
            <a:lvl3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3pPr>
            <a:lvl4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4pPr>
            <a:lvl5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5pPr>
            <a:lvl6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6pPr>
            <a:lvl7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7pPr>
            <a:lvl8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8pPr>
            <a:lvl9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rPr>
              <a:t>六次比较日志与 QoS 日志支持复核，系统镜像需另行准备。</a:t>
            </a:r>
          </a:p>
        </p:txBody>
      </p:sp>
    </p:spTree>
    <p:extLst>
      <p:ext uri="{BB962C8B-B14F-4D97-AF65-F5344CB8AC3E}">
        <p14:creationId xmlns:p14="http://schemas.microsoft.com/office/powerpoint/2010/main" val="710183254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灯片编号占位符 1">
            <a:extLst xmlns:a="http://schemas.openxmlformats.org/drawingml/2006/main">
              <a:ext uri="{FF2B5EF4-FFF2-40B4-BE49-F238E27FC236}">
                <a16:creationId xmlns:a16="http://schemas.microsoft.com/office/drawing/2014/main" id="{1CC46F64-FD35-480D-942A-08D0F5083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defPPr>
              <a:defRPr>
                <a:latin typeface="微软雅黑"/>
                <a:ea typeface="微软雅黑"/>
                <a:cs typeface="微软雅黑"/>
              </a:defRPr>
            </a:defPPr>
            <a:lvl1pPr>
              <a:defRPr>
                <a:latin typeface="微软雅黑"/>
                <a:ea typeface="微软雅黑"/>
                <a:cs typeface="微软雅黑"/>
              </a:defRPr>
            </a:lvl1pPr>
            <a:lvl2pPr>
              <a:defRPr>
                <a:latin typeface="微软雅黑"/>
                <a:ea typeface="微软雅黑"/>
                <a:cs typeface="微软雅黑"/>
              </a:defRPr>
            </a:lvl2pPr>
            <a:lvl3pPr>
              <a:defRPr>
                <a:latin typeface="微软雅黑"/>
                <a:ea typeface="微软雅黑"/>
                <a:cs typeface="微软雅黑"/>
              </a:defRPr>
            </a:lvl3pPr>
            <a:lvl4pPr>
              <a:defRPr>
                <a:latin typeface="微软雅黑"/>
                <a:ea typeface="微软雅黑"/>
                <a:cs typeface="微软雅黑"/>
              </a:defRPr>
            </a:lvl4pPr>
            <a:lvl5pPr>
              <a:defRPr>
                <a:latin typeface="微软雅黑"/>
                <a:ea typeface="微软雅黑"/>
                <a:cs typeface="微软雅黑"/>
              </a:defRPr>
            </a:lvl5pPr>
            <a:lvl6pPr>
              <a:defRPr>
                <a:latin typeface="微软雅黑"/>
                <a:ea typeface="微软雅黑"/>
                <a:cs typeface="微软雅黑"/>
              </a:defRPr>
            </a:lvl6pPr>
            <a:lvl7pPr>
              <a:defRPr>
                <a:latin typeface="微软雅黑"/>
                <a:ea typeface="微软雅黑"/>
                <a:cs typeface="微软雅黑"/>
              </a:defRPr>
            </a:lvl7pPr>
            <a:lvl8pPr>
              <a:defRPr>
                <a:latin typeface="微软雅黑"/>
                <a:ea typeface="微软雅黑"/>
                <a:cs typeface="微软雅黑"/>
              </a:defRPr>
            </a:lvl8pPr>
            <a:lvl9pPr>
              <a:defRPr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>
              <a:buNone/>
              <a:defRPr>
                <a:latin typeface="微软雅黑"/>
                <a:ea typeface="微软雅黑"/>
                <a:cs typeface="微软雅黑"/>
              </a:defRPr>
            </a:pPr>
            <a:fld id="{4DB16885-0D3F-A391-B669-3211DB3B26E8}" type="slidenum">
              <a:rPr>
                <a:latin typeface="微软雅黑"/>
                <a:ea typeface="微软雅黑"/>
                <a:cs typeface="微软雅黑"/>
              </a:rPr>
              <a:t>12</a:t>
            </a:fld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51AC7CC9-2740-476D-9533-891431AE17A3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228600" y="200025"/>
            <a:ext cx="9144000" cy="476250"/>
          </a:xfrm>
        </p:spPr>
        <p:txBody>
          <a:bodyPr xmlns:a="http://schemas.openxmlformats.org/drawingml/2006/main" anchor="ctr"/>
          <a:lstStyle xmlns:a="http://schemas.openxmlformats.org/drawingml/2006/main">
            <a:defPPr>
              <a:defRPr sz="2250">
                <a:latin typeface="微软雅黑"/>
                <a:ea typeface="微软雅黑"/>
                <a:cs typeface="微软雅黑"/>
              </a:defRPr>
            </a:defPPr>
            <a:lvl1pPr>
              <a:defRPr sz="2250">
                <a:latin typeface="微软雅黑"/>
                <a:ea typeface="微软雅黑"/>
                <a:cs typeface="微软雅黑"/>
              </a:defRPr>
            </a:lvl1pPr>
            <a:lvl2pPr>
              <a:defRPr sz="2250">
                <a:latin typeface="微软雅黑"/>
                <a:ea typeface="微软雅黑"/>
                <a:cs typeface="微软雅黑"/>
              </a:defRPr>
            </a:lvl2pPr>
            <a:lvl3pPr>
              <a:defRPr sz="2250">
                <a:latin typeface="微软雅黑"/>
                <a:ea typeface="微软雅黑"/>
                <a:cs typeface="微软雅黑"/>
              </a:defRPr>
            </a:lvl3pPr>
            <a:lvl4pPr>
              <a:defRPr sz="2250">
                <a:latin typeface="微软雅黑"/>
                <a:ea typeface="微软雅黑"/>
                <a:cs typeface="微软雅黑"/>
              </a:defRPr>
            </a:lvl4pPr>
            <a:lvl5pPr>
              <a:defRPr sz="2250">
                <a:latin typeface="微软雅黑"/>
                <a:ea typeface="微软雅黑"/>
                <a:cs typeface="微软雅黑"/>
              </a:defRPr>
            </a:lvl5pPr>
            <a:lvl6pPr>
              <a:defRPr sz="2250">
                <a:latin typeface="微软雅黑"/>
                <a:ea typeface="微软雅黑"/>
                <a:cs typeface="微软雅黑"/>
              </a:defRPr>
            </a:lvl6pPr>
            <a:lvl7pPr>
              <a:defRPr sz="2250">
                <a:latin typeface="微软雅黑"/>
                <a:ea typeface="微软雅黑"/>
                <a:cs typeface="微软雅黑"/>
              </a:defRPr>
            </a:lvl7pPr>
            <a:lvl8pPr>
              <a:defRPr sz="2250">
                <a:latin typeface="微软雅黑"/>
                <a:ea typeface="微软雅黑"/>
                <a:cs typeface="微软雅黑"/>
              </a:defRPr>
            </a:lvl8pPr>
            <a:lvl9pPr>
              <a:defRPr sz="2250"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>
              <a:buNone/>
              <a:defRPr sz="2250">
                <a:latin typeface="微软雅黑"/>
                <a:ea typeface="微软雅黑"/>
                <a:cs typeface="微软雅黑"/>
              </a:defRPr>
            </a:pPr>
            <a:r>
              <a:rPr sz="2250">
                <a:solidFill>
                  <a:schemeClr val="tx1"/>
                </a:solidFill>
                <a:latin typeface="微软雅黑"/>
                <a:ea typeface="微软雅黑"/>
                <a:cs typeface="微软雅黑"/>
              </a:rPr>
              <a:t>本版交付机制适配与验证，后续扩大性能覆盖</a:t>
            </a:r>
            <a:endParaRPr/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6737D0-7765-4141-9E06-F14AA3B75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3830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defPPr>
            <a:lvl1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1pPr>
            <a:lvl2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2pPr>
            <a:lvl3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3pPr>
            <a:lvl4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4pPr>
            <a:lvl5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5pPr>
            <a:lvl6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6pPr>
            <a:lvl7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7pPr>
            <a:lvl8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8pPr>
            <a:lvl9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rPr>
              <a:t>已完成可运行移植、QoS 适配和独立正确性检查。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74A06B-E8D0-41A2-BB09-BCF578F52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0985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defPPr>
            <a:lvl1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1pPr>
            <a:lvl2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2pPr>
            <a:lvl3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3pPr>
            <a:lvl4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4pPr>
            <a:lvl5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5pPr>
            <a:lvl6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6pPr>
            <a:lvl7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7pPr>
            <a:lvl8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8pPr>
            <a:lvl9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rPr>
              <a:t>当前性能结果明确暴露长后台 slice 的尾延迟问题。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9779A6-AA91-4153-BE9A-00F0969CA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8140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defPPr>
            <a:lvl1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1pPr>
            <a:lvl2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2pPr>
            <a:lvl3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3pPr>
            <a:lvl4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4pPr>
            <a:lvl5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5pPr>
            <a:lvl6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6pPr>
            <a:lvl7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7pPr>
            <a:lvl8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8pPr>
            <a:lvl9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rPr>
              <a:t>先比较更短后台请求及 HRTICK，再评估更大范围的回移。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1AE663-ED59-4DBF-8469-578B6512F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5295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defPPr>
            <a:lvl1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1pPr>
            <a:lvl2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2pPr>
            <a:lvl3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3pPr>
            <a:lvl4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4pPr>
            <a:lvl5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5pPr>
            <a:lvl6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6pPr>
            <a:lvl7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7pPr>
            <a:lvl8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8pPr>
            <a:lvl9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0">
                <a:solidFill>
                  <a:srgbClr val="162B3C"/>
                </a:solidFill>
                <a:latin typeface="微软雅黑"/>
                <a:ea typeface="微软雅黑"/>
                <a:cs typeface="微软雅黑"/>
              </a:rPr>
              <a:t>后续验收需要用户态链路、SMP 迁移、长稳压力和实机。</a:t>
            </a:r>
          </a:p>
        </p:txBody>
      </p:sp>
    </p:spTree>
    <p:extLst>
      <p:ext uri="{BB962C8B-B14F-4D97-AF65-F5344CB8AC3E}">
        <p14:creationId xmlns:p14="http://schemas.microsoft.com/office/powerpoint/2010/main" val="32597993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8A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文本框 8">
            <a:extLst xmlns:a="http://schemas.openxmlformats.org/drawingml/2006/main">
              <a:ext uri="{FF2B5EF4-FFF2-40B4-BE49-F238E27FC236}">
                <a16:creationId xmlns:a16="http://schemas.microsoft.com/office/drawing/2014/main" id="{09892D43-C1E0-4B25-832F-04035F7EA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7237" y="1942121"/>
            <a:ext cx="5077527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>
            <a:defPPr>
              <a:defRPr>
                <a:latin typeface="微软雅黑"/>
                <a:ea typeface="微软雅黑"/>
                <a:cs typeface="微软雅黑"/>
              </a:defRPr>
            </a:defPPr>
            <a:lvl1pPr>
              <a:defRPr>
                <a:latin typeface="微软雅黑"/>
                <a:ea typeface="微软雅黑"/>
                <a:cs typeface="微软雅黑"/>
              </a:defRPr>
            </a:lvl1pPr>
            <a:lvl2pPr>
              <a:defRPr>
                <a:latin typeface="微软雅黑"/>
                <a:ea typeface="微软雅黑"/>
                <a:cs typeface="微软雅黑"/>
              </a:defRPr>
            </a:lvl2pPr>
            <a:lvl3pPr>
              <a:defRPr>
                <a:latin typeface="微软雅黑"/>
                <a:ea typeface="微软雅黑"/>
                <a:cs typeface="微软雅黑"/>
              </a:defRPr>
            </a:lvl3pPr>
            <a:lvl4pPr>
              <a:defRPr>
                <a:latin typeface="微软雅黑"/>
                <a:ea typeface="微软雅黑"/>
                <a:cs typeface="微软雅黑"/>
              </a:defRPr>
            </a:lvl4pPr>
            <a:lvl5pPr>
              <a:defRPr>
                <a:latin typeface="微软雅黑"/>
                <a:ea typeface="微软雅黑"/>
                <a:cs typeface="微软雅黑"/>
              </a:defRPr>
            </a:lvl5pPr>
            <a:lvl6pPr>
              <a:defRPr>
                <a:latin typeface="微软雅黑"/>
                <a:ea typeface="微软雅黑"/>
                <a:cs typeface="微软雅黑"/>
              </a:defRPr>
            </a:lvl6pPr>
            <a:lvl7pPr>
              <a:defRPr>
                <a:latin typeface="微软雅黑"/>
                <a:ea typeface="微软雅黑"/>
                <a:cs typeface="微软雅黑"/>
              </a:defRPr>
            </a:lvl7pPr>
            <a:lvl8pPr>
              <a:defRPr>
                <a:latin typeface="微软雅黑"/>
                <a:ea typeface="微软雅黑"/>
                <a:cs typeface="微软雅黑"/>
              </a:defRPr>
            </a:lvl8pPr>
            <a:lvl9pPr>
              <a:defRPr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ClrTx/>
              <a:buSzTx/>
              <a:buFontTx/>
              <a:buNone/>
              <a:defRPr>
                <a:latin typeface="微软雅黑"/>
                <a:ea typeface="微软雅黑"/>
                <a:cs typeface="微软雅黑"/>
              </a:defRPr>
            </a:pPr>
            <a:r>
              <a:rPr sz="6600" b="1" i="0" u="none" strike="noStrike" cap="none" spc="0" baseline="0">
                <a:ln>
                  <a:noFill/>
                </a:ln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谢  谢</a:t>
            </a:r>
            <a:endParaRPr sz="6600" b="1" i="0" u="none" strike="noStrike" kern="1200" cap="none" spc="0" baseline="0">
              <a:ln>
                <a:noFill/>
              </a:ln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2C0EA5BE-BAAE-4642-BACA-A32E5BEC8C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defPPr>
              <a:defRPr>
                <a:latin typeface="微软雅黑"/>
                <a:ea typeface="微软雅黑"/>
                <a:cs typeface="微软雅黑"/>
              </a:defRPr>
            </a:defPPr>
            <a:lvl1pPr>
              <a:defRPr>
                <a:latin typeface="微软雅黑"/>
                <a:ea typeface="微软雅黑"/>
                <a:cs typeface="微软雅黑"/>
              </a:defRPr>
            </a:lvl1pPr>
            <a:lvl2pPr>
              <a:defRPr>
                <a:latin typeface="微软雅黑"/>
                <a:ea typeface="微软雅黑"/>
                <a:cs typeface="微软雅黑"/>
              </a:defRPr>
            </a:lvl2pPr>
            <a:lvl3pPr>
              <a:defRPr>
                <a:latin typeface="微软雅黑"/>
                <a:ea typeface="微软雅黑"/>
                <a:cs typeface="微软雅黑"/>
              </a:defRPr>
            </a:lvl3pPr>
            <a:lvl4pPr>
              <a:defRPr>
                <a:latin typeface="微软雅黑"/>
                <a:ea typeface="微软雅黑"/>
                <a:cs typeface="微软雅黑"/>
              </a:defRPr>
            </a:lvl4pPr>
            <a:lvl5pPr>
              <a:defRPr>
                <a:latin typeface="微软雅黑"/>
                <a:ea typeface="微软雅黑"/>
                <a:cs typeface="微软雅黑"/>
              </a:defRPr>
            </a:lvl5pPr>
            <a:lvl6pPr>
              <a:defRPr>
                <a:latin typeface="微软雅黑"/>
                <a:ea typeface="微软雅黑"/>
                <a:cs typeface="微软雅黑"/>
              </a:defRPr>
            </a:lvl6pPr>
            <a:lvl7pPr>
              <a:defRPr>
                <a:latin typeface="微软雅黑"/>
                <a:ea typeface="微软雅黑"/>
                <a:cs typeface="微软雅黑"/>
              </a:defRPr>
            </a:lvl7pPr>
            <a:lvl8pPr>
              <a:defRPr>
                <a:latin typeface="微软雅黑"/>
                <a:ea typeface="微软雅黑"/>
                <a:cs typeface="微软雅黑"/>
              </a:defRPr>
            </a:lvl8pPr>
            <a:lvl9pPr>
              <a:defRPr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>
              <a:buNone/>
              <a:defRPr>
                <a:latin typeface="微软雅黑"/>
                <a:ea typeface="微软雅黑"/>
                <a:cs typeface="微软雅黑"/>
              </a:defRPr>
            </a:pPr>
            <a:fld id="{2DD23107-4986-8758-3A93-3D74F35908CC}" type="slidenum">
              <a:rPr>
                <a:latin typeface="微软雅黑"/>
                <a:ea typeface="微软雅黑"/>
                <a:cs typeface="微软雅黑"/>
              </a:rPr>
              <a:t>13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63397063"/>
      </p:ext>
    </p:extLst>
  </p:cSld>
</p:sld>
</file>

<file path=ppt/theme/theme1.xml><?xml version="1.0" encoding="utf-8"?>
<a:theme xmlns:a="http://schemas.openxmlformats.org/drawingml/2006/main" name="1_自定义设计方案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宋体"/>
        <a:cs typeface=""/>
      </a:majorFont>
      <a:minorFont>
        <a:latin typeface="Calibri"/>
        <a:ea typeface="宋体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2026-10-30T05:30:13.8340000Z</dcterms:created>
  <dcterms:modified xsi:type="dcterms:W3CDTF">2026-10-30T05:30:13.8340000Z</dcterms:modified>
</coreProperties>
</file>